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REST, HTTP and status codes, then FastAPI routing, parameters, Pydantic models and CRUD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Fri 30 Oct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REST and 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Methods, status codes, the request-response lifecycle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FastAPI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Uvicorn, routing, path and query 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Pydantic and CRUD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Data contracts and a full in-memory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Codex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Generate, review and test.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Basics assessment 1, 1.5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 resources, URLs, methods and stateless requests.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 HTTP well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Pick the right method and status code for each action.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a FastAPI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Routes, path and query parameters, Pydantic models, full CRUD.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Review AI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Generate an endpoint with Codex, then review and test every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How the web talks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| 1 Hr | REST, HTTP methods and status codes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Anatomy of an HTTP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What to do: GET, POST...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Which resource: /products/42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Headers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Extra info: content type, auth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Data sent, usually JSON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Status code + JSON body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request-response lifecycle: client sends, server validates, acts, and replies with a status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request and a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request line holds method and path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Headers describe the content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body carries JSON data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response starts with a status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12" b="0" i="0">
                <a:solidFill>
                  <a:srgbClr val="EAF7F5"/>
                </a:solidFill>
                <a:latin typeface="Courier New"/>
              </a:rPr>
              <a:t>POST /products HTTP/1.1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Host: api.shop.com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Content-Type: application/json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{"name": "Pen", "price": 20}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HTTP/1.1 201 Created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Content-Type: application/json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{"id": 7, "name": "Pen", "price": 20}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Five REST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Everything is a noun: products, orders, users.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URLs 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/products/42 points to one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Methods 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HTTP method says what to do with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Stateless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Each request carries all it needs.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JSON in and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common, readable format for data.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Consistent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Same patterns everywhere, fewer surprises.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HTTP methods and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Has body?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GET /products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Create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POST /products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PUT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Replace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PUT /products/42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Partial update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PATCH /products/42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DELETE /products/42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Usually 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GET must never change data. GET, PUT and DELETE are idempotent; POST is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Good and poor URL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Avoid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/getAllProducts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/createProduct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/deleteProduct?id=42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/Products_List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Prefer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GET /products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POST /products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DELETE /products/42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Plural nouns, lowercase, no verbs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Status codes you will use daily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200 OK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GET, PUT, PATCH worked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201 Created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New resource made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POST worked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204 No Content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Success, nothing to return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DELETE worked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400 / 422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Bad request or invalid 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Missing or wrong fields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401 / 403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Not logged in / not allowed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Auth problems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404 Not Found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Resource does not exist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Wrong id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5xx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Server error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We broke something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first digit tells you who should fix it: 2xx fine, 4xx the client, 5xx the server.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FastAPI setup and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| 2 Hrs | Uvicorn, routes, path and query 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FastAPI?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Type hints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Uses the Python type hints you met on Day 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Auto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Bad data is rejected with clear 422 errors.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Free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Interactive Swagger page at /docs.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of the quickest Python frameworks.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Setting up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pip install fastapi uvicorn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main.py with app = FastAPI()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uvicorn main:app --reload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127.0.0.1:8000/docs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In Colab we test with TestClient, which calls the API without a running server.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Your first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Kantan (簡単): Easy! That is a complete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app = FastAPI() creates the application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@app.get is a decorator (Day 3)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function's return becomes JSON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Path parameters come from the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12" b="0" i="0">
                <a:solidFill>
                  <a:srgbClr val="EAF7F5"/>
                </a:solidFill>
                <a:latin typeface="Courier New"/>
              </a:rPr>
              <a:t>from fastapi import FastAPI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app = FastAPI()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@app.get("/")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def home():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  return {"message": "Hello, API"}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@app.get("/products/{pid}")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def get_product(pid: int):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  return {"id": pid, "name": "Pen"}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kinds of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it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 the URL path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Identify one resource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/books/{book_id}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After ? in the URL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Filter, sort, paginate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/books?author=Ito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Body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JSON in the request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to create or update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{"title": "..."}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FastAPI decides by type: simple types not in the path are query; Pydantic models are body.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Path and query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Path params are required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Query params with defaults are optional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None means not provided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Query() adds rules like ge and 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97" b="0" i="0">
                <a:solidFill>
                  <a:srgbClr val="EAF7F5"/>
                </a:solidFill>
                <a:latin typeface="Courier New"/>
              </a:rPr>
              <a:t>from fastapi import Query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@app.get("/books/{book_id}")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def get_book(book_id: int):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return {"id": book_id}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@app.get("/books")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def list_books(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author: str | None = None,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limit: int = Query(10, ge=1, le=100),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):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return {"author": author, "limit": limit}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APIRouter and the right status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router per resource, with a prefix and tags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Set status_code on the decorator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Raise HTTPException for errors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FastAPI turns it into a JSON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46" b="0" i="0">
                <a:solidFill>
                  <a:srgbClr val="EAF7F5"/>
                </a:solidFill>
                <a:latin typeface="Courier New"/>
              </a:rPr>
              <a:t>from fastapi import APIRouter, HTTPException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router = APIRouter(prefix="/quotes", tags=["Quotes"])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quotes = {1: "Small steps every day."}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@router.get("/{qid}")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def read(qid: int):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if qid not in quotes: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    raise HTTPException(404, "Quote not found")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    return {"id": qid, "text": quotes[qid]}</a:t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46" b="0" i="0">
                <a:solidFill>
                  <a:srgbClr val="EAF7F5"/>
                </a:solidFill>
                <a:latin typeface="Courier New"/>
              </a:rPr>
              <a:t>app.include_router(router)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Pydantic models and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| 2 Hrs | Data contracts and an in-memory API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a data contract?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Plain 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Any field, any type, anything goes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Bugs appear deep in the code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 documentation for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Pydantic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Fields and types are declared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Bad data rejected at the door with 422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Shows up in /docs automatically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Request and response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Inherit from BaseModel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Field() adds rules and examples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response_model shapes what is returned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Invalid input never reaches your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16" b="0" i="0">
                <a:solidFill>
                  <a:srgbClr val="EAF7F5"/>
                </a:solidFill>
                <a:latin typeface="Courier New"/>
              </a:rPr>
              <a:t>from pydantic import BaseModel, Field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class BookCreate(BaseModel):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title: str = Field(min_length=1)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author: str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pages: int = Field(gt=0)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class Book(BookCreate):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id: int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@app.post("/books", response_model=Book,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      status_code=201)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def create(data: BookCreate):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book = Book(id=len(books) + 1, **data.model_dump())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books[book.id] = book</a:t>
            </a:r>
          </a:p>
          <a:p>
            <a:r>
              <a:rPr sz="816" b="0" i="0">
                <a:solidFill>
                  <a:srgbClr val="EAF7F5"/>
                </a:solidFill>
                <a:latin typeface="Courier New"/>
              </a:rPr>
              <a:t>    return book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Separate models for separate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This pattern protects private fields and keeps clients simple.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What the client sends to create: no 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All fields optional for PATCH.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What we send back: with id, never passwords.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complete books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and path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Body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Errors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GET /books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200 list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GET /books/{id}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200 Book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POST /books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BookCreate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201 Book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PATCH /books/{id}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BookUpdate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200 Book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404, 422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DELETE /books/{id}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Partial updates with 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Renshuu (練習): Practice. Try sending only one field!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Update model has all fields optional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exclude_unset keeps only sent fields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model_copy(update=...) merges them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404 if the id does not exist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97" b="0" i="0">
                <a:solidFill>
                  <a:srgbClr val="EAF7F5"/>
                </a:solidFill>
                <a:latin typeface="Courier New"/>
              </a:rPr>
              <a:t>class BookUpdate(BaseModel):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title: str | None = None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pages: int | None = Field(default=None, gt=0)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@app.patch("/books/{bid}", response_model=Book)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def update(bid: int, data: BookUpdate):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if bid not in books: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    raise HTTPException(404, "Book not found")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ch = data.model_dump(exclude_unset=True)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books[bid] = books[bid].model_copy(update=ch)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return books[bid]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Generate an endpoint with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| Review it, test it, own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Describe, generate, review,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Method, path, models, status codes, errors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Codex writes one endpoint, not the app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 every line of the diff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TestClient: happy path and errors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Accept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Only code you can 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Small, specific prompts give small, reviewable diffs and use fewer tokens.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good prompt for Codex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49" b="0" i="0">
                <a:solidFill>
                  <a:srgbClr val="EAF7F5"/>
                </a:solidFill>
                <a:latin typeface="Courier New"/>
              </a:rPr>
              <a:t>Add a PATCH /books/{book_id} endpoint to app/main.py.</a:t>
            </a:r>
          </a:p>
          <a:p>
            <a:r>
              <a:rPr sz="1149" b="0" i="0">
                <a:solidFill>
                  <a:srgbClr val="EAF7F5"/>
                </a:solidFill>
                <a:latin typeface="Courier New"/>
              </a:rPr>
              <a:t>- Body: BookUpdate (all fields optional). Use model_dump(exclude_unset=True).</a:t>
            </a:r>
          </a:p>
          <a:p>
            <a:r>
              <a:rPr sz="1149" b="0" i="0">
                <a:solidFill>
                  <a:srgbClr val="EAF7F5"/>
                </a:solidFill>
                <a:latin typeface="Courier New"/>
              </a:rPr>
              <a:t>- 404 with detail "Book not found" if the id is missing.</a:t>
            </a:r>
          </a:p>
          <a:p>
            <a:r>
              <a:rPr sz="1149" b="0" i="0">
                <a:solidFill>
                  <a:srgbClr val="EAF7F5"/>
                </a:solidFill>
                <a:latin typeface="Courier New"/>
              </a:rPr>
              <a:t>- Return the updated Book with status 200.</a:t>
            </a:r>
          </a:p>
          <a:p>
            <a:r>
              <a:rPr sz="1149" b="0" i="0">
                <a:solidFill>
                  <a:srgbClr val="EAF7F5"/>
                </a:solidFill>
                <a:latin typeface="Courier New"/>
              </a:rPr>
              <a:t>- Do not change any other endpoint.</a:t>
            </a:r>
          </a:p>
          <a:p>
            <a:r>
              <a:rPr sz="1149" b="0" i="0">
                <a:solidFill>
                  <a:srgbClr val="EAF7F5"/>
                </a:solidFill>
                <a:latin typeface="Courier New"/>
              </a:rPr>
              <a:t>- Add three TestClient tests: one field updated, unknown id, invalid pages (0).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Name the file, the contract, the errors and the tests. Never paste keys or customer data.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Review checklist for AI-generated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Right method, path, status codes and response model?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Pydantic rules match the business rules?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404 and 422 handled, no stack traces leaked?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Side effects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Did it change files or endpoints you did not ask for?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Do the tests fail when the code is wrong?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Can you explain every line to a teammate?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typical bug Codex can write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 = data.model_dump()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Sends None for every field not supplied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PATCH {pages: 250} wipes the 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Reviewed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 = data.model_dump(exclude_unset=True)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Only fields the client sent are changed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test proves the title survives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It runs, it looks right, and it is wrong. Tests catch it; reading the diff catches it sooner.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4: FastAPI ticket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Turn the SmartDesk tickets into a REST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TicketCreate, TicketUpdate and Ticket with Pydantic rules.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Full CRUD under /tickets with the right status codes.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Day05_App_Build_Prompts.md. Review every line.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Assessment: Basics assessment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kudasai (頑張ってください): Please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1.5 hours. MCQs and short coding tasks on Python basics, OOP, MongoDB and FastAPI 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Read every question twice. Attempt everything; partial answers still earn marks.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HTTP and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Nouns in URLs, methods for actions, stateless requests, clear status codes.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Decorated functions become endpoints with free docs.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Pydantic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Models validate input and shape output; separate Create, Update, Response.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Small prompts, read every diff, prove it with tests.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Monday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5  |  API Fundamentals and FastAPI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Monday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Day05_Hotel_Lab.md: post-read, notebook, problems.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5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6 pre-read on relationships and docs.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on Monday for Day 6: SQLAlchemy, relationships and API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Yoi shuumatsu wo (良い週末を): Have a great weekend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