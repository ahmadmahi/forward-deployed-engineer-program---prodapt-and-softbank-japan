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22  |  Context Engineering and RAG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 and RAG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into the model's context, AI system architecture, and chunking documents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21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FDE session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real GenAI deployments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information, in the right order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and query pipelines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documents so retrieval works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discussion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results and next steps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context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goes into a model's context and in what order.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budgets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instructions, history and knowledge into the token limit.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RAG system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ingestion and query pipelines and their parts.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well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chunking strategy and size for a document type.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FDE session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senior Forward Deployed Engineer shares how GenAI projects actually go at customers: what worked, what failed, and what they would do differently.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with one question about your own project. Notes go in today's workbook.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Senpai (先輩): A senior colleague who guides you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is what you ask; context is what the model knows when you ask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go into the context window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rules, role, output format.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question or task.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turns, often summarised.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documents and data (RAG).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definitions and tool results.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and memory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samples, user preferences.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 principles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Principle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In practice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 over complete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right paragraphs beat fifty loosely related ones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tokens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 space: instructions, history, knowledge, answer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matters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facts near the start or end; long middles get missed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everything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sources: &lt;doc id="leave-policy"&gt;...&lt;/doc&gt;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 history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Summarise old turns instead of dropping or keeping 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Assembling context on a budget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 parts first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tokens before sending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the lowest priority part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leave room for the answer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830525"/>
          </a:xfrm>
          <a:prstGeom prst="roundRect">
            <a:avLst>
              <a:gd name="adj" fmla="val 2584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5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= 6000              # tokens for input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parts =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("rules", system_rules, 1),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("question", question, 1),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("docs", retrieved_docs, 2),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("history", chat_summary, 3),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parts.sort(key=lambda p: p[2])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context, used = [],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text, prio in parts: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tokens(text)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used + t &lt;= BUDGET: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context.append(text); used += 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system architecture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RAG?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alone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only its training data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company documents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invent answers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goes out of date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retrieval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your documents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sources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"I don't know" when nothing fits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documents, not the model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pipeline (offline, ahead of time)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pages, tickets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noise, keep structure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passages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for each chunk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+ metadata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pipeline (live, per question)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user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similar chunks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+ chunks + question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grounded in chunks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sources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we go deep on embeddings, vector databases, hybrid search and re-ranking.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grounded prompt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the model to use only the context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 what to do when the answer is missing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citations by chunk id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for factual answers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41448"/>
          </a:xfrm>
          <a:prstGeom prst="roundRect">
            <a:avLst>
              <a:gd name="adj" fmla="val 299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the question using ONLY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below. If the answer is not 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context, say "I don't know".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Cite chunk ids like [c3].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[c1] Employees get 18 days of paid leave.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[c3] Unused leave expires on 31 March.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When does unused leave expire?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split documents decides what you can find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strategies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How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Good for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size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N characters or tokens, with overlap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baselines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/ paragraph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on natural boundaries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Prose, policies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 headings, then paragraphs, then sentences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documents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aware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headings, tables, code blocks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Manuals, Markdown, HTML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where meaning changes (embeddings)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Long, mixed documents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chunk size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around 300 to 800 tokens, then measure retrieval quality and adjust.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Fragments lose context: "It expires then". What expires?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863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91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91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721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691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topics per chunk; retrieval gets fuzzy and costly.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 20 percent overlap keeps sentences that cross a boundary.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63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9180" y="32918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691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691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title, section, date and source with every chunk.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Kugiri (区切り): A dividing point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boundary-aware chunker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the biggest natural boundary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Paragraphs first, then sentences, then words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small pieces up to the size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carries context forward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41448"/>
          </a:xfrm>
          <a:prstGeom prst="roundRect">
            <a:avLst>
              <a:gd name="adj" fmla="val 299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chunk(text, size=500,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seps=("\n\n", ". ", " ")):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len(text) &lt;= size: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[text]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sep = next(s for s in seps if s in text)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out, cur = [], 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piece in text.split(sep):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len(cur) + len(piece) &gt; size and cur: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out.append(cur)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cur = cur[-50:]           # overlap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 += piece + sep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 + [cur]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discussion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review the Day 21 assessment together: common mistakes, strong answers, and one focus area for each of you for Week 6.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result and one question. One-on-one follow-ups are on Day 25.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Relevant, budgeted, ordered and labelled context.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ahead of time; retrieval and grounding per question.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the context, say "I don't know", cite chunks.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by structure, sized and overlapped, with metadata.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22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22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23 pre-read on meaning-based search.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23: RAG, embeddings and vector databases.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22: Context Engineering and RAG</dc:title>
  <dc:subject>PptxGenJS Presentation</dc:subject>
  <dc:creator>Ahmed</dc:creator>
  <cp:lastModifiedBy>Ahmed</cp:lastModifiedBy>
  <cp:revision>1</cp:revision>
  <dcterms:created xsi:type="dcterms:W3CDTF">2026-10-03T10:20:40Z</dcterms:created>
  <dcterms:modified xsi:type="dcterms:W3CDTF">2026-10-03T10:20:40Z</dcterms:modified>
</cp:coreProperties>
</file>