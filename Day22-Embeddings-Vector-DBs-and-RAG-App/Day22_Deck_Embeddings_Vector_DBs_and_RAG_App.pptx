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Embeddings, cosine similarity, ANN indexes, hybrid search, re-ranking, and choosing RAG, fine-tuning, long context or caching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Wed 25 Nov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Senior FDE 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 to 2 hrs: lessons from real deployments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Embeddings (2 hrs)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Meaning as numbers; cosine similarity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Vector DBs (1.5 hrs)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ANN, HNSW, IVF, metadata filters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RAG app (2 hrs)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Hybrid search, re-ranking, citations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Choose the approach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RAG, fine-tuning, long context, caching. NEW (v4)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Use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Embed text and compare it with cosine similarity and distance.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Pick a vector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Explain flat, HNSW and IVF indexes, metadata filters and trade-offs.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Combine search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Fuse BM25 and vector results with RRF, then re-rank.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Choose the right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Decide between RAG, fine-tuning, long context and caching by size, freshness and token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Senior FDE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Senpai (先輩): A senior colleague who guides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A senior Forward Deployed Engineer shares how retrieval projects really go at customers: what worked, what failed, what they would do differently.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Come with one question about search quality or cost. Notes go in today's workbook.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(2 hrs). Meaning as coordinates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an embedding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Imi (意味):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"How many leave days do I get?" lands near "Employees receive 18 days of paid leave".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Text becomes a list of hundreds or thousands of numbers.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Meaning as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Similar meaning means nearby vectors, even with different words.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One model, one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Compare only vectors made by the same embedding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Cosine similarity and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Similarity: the angle between two vectors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1 means same direction, 0 unrelated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Distance = 1 - similarity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With unit vectors it is just a dot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75" b="0" i="0">
                <a:solidFill>
                  <a:srgbClr val="EAF7F5"/>
                </a:solidFill>
                <a:latin typeface="Courier New"/>
              </a:rPr>
              <a:t>import numpy as np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def cosine(a, b):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  return a @ b / (np.linalg.norm(a)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                  * np.linalg.norm(b))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q = embed("How much paid leave?")[0]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docs = embed(chunk_texts)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scores = docs @ q            # unit vectors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dist = 1 - scores            # cosine distance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best = np.argsort(scores)[::-1][:3]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Choosing an embedding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Languages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Japanese and Indian languages matter here. Test on your own 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More dimensions cost more storage and memory.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Price and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API models cost per token; open-weight models can run on-prem.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Re-index on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New model or new chunking means re-embedding everything.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Vector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(1.5 hrs). Search millions of vectors in milliseconds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a vector database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Indexes for fast search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 need to compare against every vector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Metadata storage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Keep doc name, section, date, permissions with each vector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Filters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"Only public FAQ entries for Japan"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Updates and deletes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Keep the index in sync with changing documents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Scale and persistence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Millions of vectors, saved to disk, served to many users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Options include FAISS (library), Chroma, pgvector, Qdrant and Azure AI Search.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Exact and approximate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Flat (exact)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Compares the query with every vector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Perfect recall, slow at scale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HNSW (graph)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Hops through a graph of near neighbours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Very fast, more memory; tune efSearch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IVF (clusters)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Searches only the closest clusters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Fast, less memory; tune nprobe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ANN gives up a little recall for a lot of speed. Measure recall against flat search.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FAISS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Hayai (速い): 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IndexFlatIP: exact inner product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IndexHNSWFlat: fast approximate graph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IndexIVFFlat: clusters, needs training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Measure recall of ANN against exact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43" b="0" i="0">
                <a:solidFill>
                  <a:srgbClr val="EAF7F5"/>
                </a:solidFill>
                <a:latin typeface="Courier New"/>
              </a:rPr>
              <a:t>import faiss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d = vecs.shape[1]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flat = faiss.IndexFlatIP(d); flat.add(vecs)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hnsw = faiss.IndexHNSWFlat(d, 32,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   faiss.METRIC_INNER_PRODUCT)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hnsw.add(vecs)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ivf = faiss.IndexIVFFlat(flat, d, 64,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   faiss.METRIC_INNER_PRODUCT)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ivf.train(vecs); ivf.add(vecs)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ivf.nprobe = 8      # clusters to search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Metadata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Store metadata with every vector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Filter by section, date or audience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Permissions are filters too (Day 18)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Filter first, then rank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60" b="0" i="0">
                <a:solidFill>
                  <a:srgbClr val="EAF7F5"/>
                </a:solidFill>
                <a:latin typeface="Courier New"/>
              </a:rPr>
              <a:t>results = collection.query(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    query_embeddings=[q],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    n_results=5,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    where={"audience": "public",</a:t>
            </a:r>
          </a:p>
          <a:p>
            <a:r>
              <a:rPr sz="1360" b="0" i="0">
                <a:solidFill>
                  <a:srgbClr val="EAF7F5"/>
                </a:solidFill>
                <a:latin typeface="Courier New"/>
              </a:rPr>
              <a:t>           "section": "Roaming"})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Hybrid search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(2 hrs). Keywords and meaning, then the best evidence first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Keyword and semantic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Keyword (BM25)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Exact terms: plan codes, error codes, names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No model needed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Misses synonyms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Semantic (vectors)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Understands paraphrases and synonyms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Can miss rare exact terms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Needs an embedding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Reciprocal rank fusion (RRF)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Each method returns a ranked list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Score = sum of 1 / (k + rank)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Items high in both lists win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 need to calibrate raw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97" b="0" i="0">
                <a:solidFill>
                  <a:srgbClr val="EAF7F5"/>
                </a:solidFill>
                <a:latin typeface="Courier New"/>
              </a:rPr>
              <a:t>def rrf(rankings, k=60):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s = {}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for ranking in rankings: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    for r, d in enumerate(ranking, 1):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        s[d] = s.get(d, 0) + 1 / (k + r)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return sorted(s, key=s.get, reverse=True)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final = rrf([bm25_ids, vector_ids])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production retrieval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Retrieve wide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Top 20 to 50 from hybrid search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Re-rank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Cross-encoder or LLM scores each pair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Keep best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Top 3 to 5 chunks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Grounded prompt with citations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Supported? Else "I don't know"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Re-ranker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Cross-encoder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Reads query and chunk together, outputs a score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Accurate, needs a model, slower than vectors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LLM as re-ranker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Ask the model to score relevance 0 to 10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Flexible, costs tokens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Hosted re-rank APIs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Send query and candidates, get scores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Easy, external dependency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Measure, do not guess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Test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Ten questions with the expected chunk id, plus unanswerable 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hit@k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Share of questions where the right chunk is in the top 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Mean of 1 / rank of the right chunk. Rewards ranking it first.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Refusals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Unanswerable questions should get "I don't know".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RAG, fine-tuning, long context or caching?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Decide by size, freshness and token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Four ways to give a model knowledge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Best when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Watch out for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Large or changing knowledge; citations and permissions needed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Retrieval quality is the bottleneck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Teach style, format or a narrow behaviour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Bad for fast-changing facts; retrain to update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Long context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Small corpus that fits the window; few queries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Every call pays for every token; quality can drop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Prompt caching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Large stable prefix reused by many requests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Saves on repeated input only; prefix must match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They combine: RAG for facts, caching for the stable system prompt, fine-tuning for tone.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simple decision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Facts or style?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Style or format: consider fine-tuning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Fits the window?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No: RAG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Changes often?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Yes: RAG, re-index on change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Many queries?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Yes: RAG or long context + cache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Need citations?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Yes: RAG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Token cost: long context vs RAG vs caching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7863840" cy="2834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 b="0" i="0">
                <a:solidFill>
                  <a:srgbClr val="EAF7F5"/>
                </a:solidFill>
                <a:latin typeface="Courier New"/>
              </a:rPr>
              <a:t># PLACEHOLDER prices per 1M tokens. Not real prices.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IN, CACHED, OUT = 1.00, 0.10, 4.00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corpus, rag_ctx, q, out, n = 80_000, 1_500, 50, 200, 5_000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long_ctx = n * ((corpus + q) * IN + out * OUT) / 1e6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cached   = n * (corpus * CACHED + q * IN + out * OUT) / 1e6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rag      = n * ((rag_ctx + q) * IN + out * OUT) / 1e6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print(long_ctx, cached, rag)   # 404.25  44.25  11.75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Placeholder units. Real caching rules (minimum prefix, lifetime) vary by provider; check the docs.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19: hybrid search and re-ranking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Hybrid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BM25 + vectors with RRF over the telecom FAQ.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Re-rank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Top 8 candidates, keep the best 3.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hit@3 for keyword, vector, hybrid and hybrid + re-rank.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Day22_App_Build_Prompts.md. Review every diff.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Meaning as vectors; compare with cosine similarity.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Vector DBs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Flat, HNSW, IVF; metadata filters; measure recall.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Hybrid + re-rank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BM25 + vectors with RRF; best chunks first; cite or say "I don't know".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Choose wisely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RAG, fine-tuning, long context, caching: size, freshness, token cost.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22  |  Embeddings, Vector DBs and the RAG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Day22_Hotel_Lab.md: compare search methods on ten questions.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22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Read the Day 23 pre-read on industry use cases and agentic security.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23: industry use cases and security for the agentic world (SME session).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