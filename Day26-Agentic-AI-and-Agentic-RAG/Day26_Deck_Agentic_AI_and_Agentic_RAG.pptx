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  |  Agentic AI and Agentic RAG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and Agentic RAG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components, the OpenAI Agents SDK, corrective RAG and multi-agent LangGraph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tools, memory, 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tools, handoffs, guardrails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the agent controls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evidence, fix bad retrieval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and specialists in LangGraph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agents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components of an agent and when to use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Agents SDK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agents with tools and handoffs and run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CRAG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retrieved documents and recover from poor retrieval.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supervisor that routes work to specialists.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agent 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pursues a goal in a loop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achieve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next step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Else loop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from Day 21 is the simplest version of this loop.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an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 that chooses actions.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goal, rules and when to stop.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APIs, retrieval, code execution.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(this task) and long term (preferences, facts).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checks, approvals, limits.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handoffs, tracing and error handling.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Jiritsu (自律): Autonomy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or agent?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(fixed steps)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known in advance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cheaper, easier to test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 processes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(model chooses steps)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depends on what it finds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costlier and less predictable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investigation, open tasks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Agents SDK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building blocks for agents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SDK concepts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with instructions and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function_tool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decorator that turns a Python function into a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agent loop until a final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agent passes the conversation to a specialist 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that run on input or output and can stop the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record of every step for debugging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pip install openai-agents (imported as agents). Check the docs for the latest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with a tool and a handoff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@function_tool exposes a Python function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are agents too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lets the triage agent delegate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runs the whole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agents import Agent, Runner, function_tool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get_order_status(order_id: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lookup(order_id)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refunds = Agent(name="Refunds",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instructions="Handle refund questions.")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= Agent(name="Triage",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instructions="Answer order questions;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"hand refunds to Refunds.",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tools=[get_order_status], handoffs=[refunds])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print(Runner.run_sync(triage, q).final_output)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and corrective RAG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that checks itself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RAG and agentic RAG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RAG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retrieves once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whatever comes back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silently on bad retrieval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and what to retrieve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search several sources or queries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evidence before answering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RAG (CRAG)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from the knowledge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document relevant?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weak: rewrite query, search elsewhere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graded evidence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adds a quality gate between retrieval and generation.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documents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yes/no question per document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relevant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how many survived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is fine for grading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q, docs = state["question"], state["docs"]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 = [d for d in docs if llm(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f"Is this relevant to '{q}'? yes/no\n{d}"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).lower().startswith("yes")]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{"docs": keep}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decide(state):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"generate" if state["docs"]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else "rewrite"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coordinated by a supervisor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task and progress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facts with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numbers with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final answer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finishes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has focused instructions and only the tools it needs.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multiple agents help, and when they hurt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Helps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Hurts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skills with different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tasks that one prompt can handle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Separation of permissions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cost and latency for every hop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research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debug and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agent. Split only when a clear specialist role appears.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MCQ and milestone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MCQs on Days 21 to 25, and a milestone check: a working RAG or agent prototype with a short demo and evaluation notes.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works, what does not yet, and what you would do next.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kudasai (頑張ってください): Please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instructions + tools + memory + guardrails in a loop.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function_tool, Runner, handoffs, guardrails, tracing.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evidence; rewrite or search elsewhere when it is weak.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specialists, only when roles are truly distinct.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26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26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27 pre-read on how agents talk to tools and each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27: agent protocols (MCP, A2A) and advanced use cases.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26: Agentic AI and Agentic RAG</dc:title>
  <dc:subject>PptxGenJS Presentation</dc:subject>
  <dc:creator>Ahmed</dc:creator>
  <cp:lastModifiedBy>Ahmed</cp:lastModifiedBy>
  <cp:revision>1</cp:revision>
  <dcterms:created xsi:type="dcterms:W3CDTF">2026-10-03T10:20:43Z</dcterms:created>
  <dcterms:modified xsi:type="dcterms:W3CDTF">2026-10-03T10:20:43Z</dcterms:modified>
</cp:coreProperties>
</file>