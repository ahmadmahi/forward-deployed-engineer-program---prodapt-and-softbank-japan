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Pipeline stages, Spark DataFrames and joins, an end-to-end batch pipeline, Spark SQL and AI-assisted data engineering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Tue 17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Stages, medallion layers, why Spark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Spark DataFrames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Transformations, actions, joins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End-to-end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date, checks, run 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Spark 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SQL refresher on DataFrames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AI-assisted 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drafts, you verify.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Design a batch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stages, schedules and bronze, silver and gold layers.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PySpark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Clean, aggregate and join DataFrames; explain laziness.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Ship a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Parameterised, idempotent, validated and logged, with SQL gold tables.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Verify AI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a Codex-generated transformation against a known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today is organised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 hr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Pipelines and stages; why Spark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SparkSession, DataFrames, transformations vs actions, joins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End-to-end batch pipeline; Spark SQL refresher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 hr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AI-assisted data engineering: generate a transformation with Codex and verify it (NEW v4)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Pipelines and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 hr): data jobs that run on a schedule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Layers of a modern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Bronze (raw)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 exactly as received.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Silver (clean)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Fixed types, no duplicates, valid rows.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301752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 (business)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Aggregated tables for reports.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Called the medallion architecture. Each layer can be rebuilt from the one before.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makes a batch job production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Scheduled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Runs nightly or hourly with a scheduler.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Idempotent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re-run gives the same result, no duplicates.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Partitioned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Process one day at a time, not all history.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Observable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Logs row counts, rejects and run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pandas and Spark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Runs on one machine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Data must fit in memory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Executes each line immediately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Perfect up to a few GB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Runs on a cluster of machines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Handles terabytes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Lazy: builds a plan, then runs 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Same code on a laptop or a cluster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Spark runs your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Driver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Your program builds the plan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Optimiser rewrites it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Split by partition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Executors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Workers run tasks in parallel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partition is one chunk of the data. More partitions, more parallel 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Spark DataFrames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(2 hrs): describe the result you want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Starting Spark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SparkSession is your entry point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local[1] in class; local[*] uses all cores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Read CSV, JSON or Parquet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printSchema shows column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9" b="0" i="0">
                <a:solidFill>
                  <a:srgbClr val="EAF7F5"/>
                </a:solidFill>
                <a:latin typeface="Courier New"/>
              </a:rPr>
              <a:t>from pyspark.sql import SparkSession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spark = (SparkSession.builder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.master("local[1]")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.appName("day16")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.getOrCreate())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df = spark.read.csv("orders.csv",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            header=True, inferSchema=True)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df.printSchema()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df.show(5)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Transformations and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Transformation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select, filter, withColumn, groupBy, join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Adds a step to the plan. Nothing runs yet.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show, count, collect, write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Runs the whole plan and returns or saves data.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38658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Lazy evaluation lets Spark optimise the whole job before touching any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Clean and enrich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Seiri (整理): Sorting things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 holds Spark's built-in functions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filter keeps matching rows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withColumn adds or replaces a column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when / otherwise is Spark's if / else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7" b="0" i="0">
                <a:solidFill>
                  <a:srgbClr val="EAF7F5"/>
                </a:solidFill>
                <a:latin typeface="Courier New"/>
              </a:rPr>
              <a:t>from pyspark.sql import functions as F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clean = (df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.dropDuplicates(["order_id"])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.filter(F.col("amount") &gt; 0)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.withColumn("city", F.trim("city"))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.withColumn("size", F.when(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F.col("amount") &gt;= 1000, "large")</a:t>
            </a:r>
          </a:p>
          <a:p>
            <a:r>
              <a:rPr sz="1307" b="0" i="0">
                <a:solidFill>
                  <a:srgbClr val="EAF7F5"/>
                </a:solidFill>
                <a:latin typeface="Courier New"/>
              </a:rPr>
              <a:t>      .otherwise("small")))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Group and aggregate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groupBy then agg with named results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Many aggregates in one pass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orderBy for sorting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idea as SQL GROUP BY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75" b="0" i="0">
                <a:solidFill>
                  <a:srgbClr val="EAF7F5"/>
                </a:solidFill>
                <a:latin typeface="Courier New"/>
              </a:rPr>
              <a:t>daily = (clean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.groupBy("order_date", "city")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.agg(F.count("*").alias("orders"),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 F.sum("amount").alias("revenue"),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 F.round(F.avg("amount"), 2)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   .alias("avg_order"))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.orderBy(F.desc("revenue")))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daily.show()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a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Join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Keeps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inner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Rows with a match on both sides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Orders with known customers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left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All left rows, nulls if no match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All orders, with customer if known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left_anti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Left rows with no match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Orders from unknown customers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left_semi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Left rows that have a match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Customers who ordered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Always check row counts before and after a join. Duplicated keys multiply rows.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Joins and writing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how= picks the join type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Anti joins find data quality gaps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Parquet: columnar, compressed, typed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mode overwrite makes re-runs idempotent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10" b="0" i="0">
                <a:solidFill>
                  <a:srgbClr val="EAF7F5"/>
                </a:solidFill>
                <a:latin typeface="Courier New"/>
              </a:rPr>
              <a:t>enriched = orders.join(customers,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                   on="customer_id", how="left")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unknown = orders.join(customers,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                   on="customer_id", how="left_anti")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print("Unknown customers:", unknown.count())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(daily.write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.mode("overwrite")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.partitionBy("order_date")</a:t>
            </a:r>
          </a:p>
          <a:p>
            <a:r>
              <a:rPr sz="910" b="0" i="0">
                <a:solidFill>
                  <a:srgbClr val="EAF7F5"/>
                </a:solidFill>
                <a:latin typeface="Courier New"/>
              </a:rPr>
              <a:t>   .parquet("gold/daily_city_revenue"))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An end-to-end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(2.5 hrs): from prototype to a daily job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SQL refresher: the order clauses run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Narabi (並び): Order and arrangement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Written order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Runs as step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SELECT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Pick and compute columns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FROM / JOIN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Choose and combine tables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Filter rows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GROUP BY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Make groups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HAVING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Filter groups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ORDER BY / LIMIT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Sort and cut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CTEs and window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WITH names an intermediate result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Window functions keep every row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PARTITION BY = per group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Great for ranks and running totals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WITH daily AS (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SELECT order_date, city,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     SUM(amount) AS revenue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FROM orders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GROUP BY order_date, city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)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SELECT order_date, city, revenue,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RANK() OVER (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PARTITION BY order_date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  ORDER BY revenue DESC) AS rnk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FROM daily;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Spark SQL: query DataFrames with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createOrReplaceTempView names a DataFrame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spark.sql returns a new DataFrame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optimiser as the DataFrame API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Mix both freely in one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75" b="0" i="0">
                <a:solidFill>
                  <a:srgbClr val="EAF7F5"/>
                </a:solidFill>
                <a:latin typeface="Courier New"/>
              </a:rPr>
              <a:t>orders.createOrReplaceTempView("orders")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top = spark.sql("""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SELECT city, SUM(amount) AS revenue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FROM orders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GROUP BY city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ORDER BY revenue DESC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""")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top.show()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Anatomy of a production batch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Paths, schemas, run date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bronze for the run date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Transform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Silver rules, gold aggregates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Validate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Counts and quality checks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Load + log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Overwrite partition, record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Pipeline quality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If it fails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 empty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silver.count() &gt; 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Stop the run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Unique keys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duplicate order_id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Stop the run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Valid ranges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amount &gt; 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Move to rejects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Reconciliation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Gold total equals silver total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Alert the team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Fail loudly and early. Silent bad data is worse than a failed job.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AI-assisted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(1 hr): Codex drafts, you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Generate a transformation, then verify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Specify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Inputs, rules, output columns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Codex writes the PySpark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Every line, every filter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Known answer, counts, totals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Keep or fix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Only code you can explain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Verification is the job. The code is cheap; wrong numbers in a report are expensive.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to verify AI-written data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Golden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Tiny input with a hand-calculated expected output.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Row 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Before and after every filter and join.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Reconcile totals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Sum of gold equals sum of silver.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Second method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one result with pandas or SQL as well.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Edge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Nulls, duplicates, zero, boundary values.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Read the plan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df.explain() shows hidden shuffles and filters.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Codex prompt for a PySpark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1" b="0" i="0">
                <a:solidFill>
                  <a:srgbClr val="EAF7F5"/>
                </a:solidFill>
                <a:latin typeface="Courier New"/>
              </a:rPr>
              <a:t>Write a PySpark function sla_metrics(tickets) for SmartDesk.</a:t>
            </a:r>
          </a:p>
          <a:p>
            <a:r>
              <a:rPr sz="1011" b="0" i="0">
                <a:solidFill>
                  <a:srgbClr val="EAF7F5"/>
                </a:solidFill>
                <a:latin typeface="Courier New"/>
              </a:rPr>
              <a:t>Input columns: ticket_id, priority (low|medium|high), opened_at, resolved_at (timestamp, may be null).</a:t>
            </a:r>
          </a:p>
          <a:p>
            <a:r>
              <a:rPr sz="1011" b="0" i="0">
                <a:solidFill>
                  <a:srgbClr val="EAF7F5"/>
                </a:solidFill>
                <a:latin typeface="Courier New"/>
              </a:rPr>
              <a:t>Rules: SLA minutes are high=60, medium=240, low=1440. Unresolved tickets are excluded.</a:t>
            </a:r>
          </a:p>
          <a:p>
            <a:r>
              <a:rPr sz="1011" b="0" i="0">
                <a:solidFill>
                  <a:srgbClr val="EAF7F5"/>
                </a:solidFill>
                <a:latin typeface="Courier New"/>
              </a:rPr>
              <a:t>Duplicate ticket_id rows count once.</a:t>
            </a:r>
          </a:p>
          <a:p>
            <a:r>
              <a:rPr sz="1011" b="0" i="0">
                <a:solidFill>
                  <a:srgbClr val="EAF7F5"/>
                </a:solidFill>
                <a:latin typeface="Courier New"/>
              </a:rPr>
              <a:t>Output per priority: tickets, met (resolved within SLA), pct_met rounded to 1 decimal.</a:t>
            </a:r>
          </a:p>
          <a:p>
            <a:r>
              <a:rPr sz="1011" b="0" i="0">
                <a:solidFill>
                  <a:srgbClr val="EAF7F5"/>
                </a:solidFill>
                <a:latin typeface="Courier New"/>
              </a:rPr>
              <a:t>Use only pyspark.sql.functions. No UDFs. Add a docstring. Do not read or write files.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Give rules and edge cases. Ask for small, pure functions you can test.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14: SLA metrics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Raw ticket events as received.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Silver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Deduplicated tickets with resolution minutes.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SLA met % per priority per day, written as Parquet.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drafts sla_metrics; you check it against a golden example.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Build a bronze, silver and gold pipeline in PySpark, query it with Spark SQL, then generate one transformation with Codex and prove it is correct.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Print row counts after every step. Surprises in counts are where bugs hide.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Batch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Bronze, silver, gold. Scheduled, idempotent, observable.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Driver plans; executors run partitions. Transformations are lazy.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SQL and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CTEs, windows, Spark SQL; run date, checks, run log.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AI-assisted 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drafts; golden examples, counts and totals verify.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16  |  Data Pipelines, Spark and PySpark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Tomorrow: quiz on today, then Basics assessment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Day16_Hotel_Lab.md: medallion pipeline output 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16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17 pre-read on DevOps and the cloud.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17: DevOps and cloud fundamentals, plus Basics assessment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