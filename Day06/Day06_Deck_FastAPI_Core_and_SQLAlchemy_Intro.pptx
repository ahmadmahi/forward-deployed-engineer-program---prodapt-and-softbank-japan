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FastAPI Core and SQLAlchemy Intro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Core and SQLAlchemy Intro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parameters, Pydantic models, full CRUD and ORM concepts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endpoints with APIRouter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Path, query and body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 with validation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 end to end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SQL databases with Python classes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routes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endpoints with APIRouter, prefixes and tags.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path, query and body parameters correctly.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Pydantic models for requests and responses.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ORMs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 Python class to a SQL table with SQLAlchemy.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and parameters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comes from in a request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parameters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237744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Kind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Where it lives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Use it for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URL path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one resource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/books/{book_id}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? in the URL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Filter, sort, paginate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/books?author=Ito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in the request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to create or update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{"title": "..."}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decides by type: simple types not in the path are query; Pydantic models are body.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and query parameters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params are required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params with defaults are optional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means "not provided"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Query() adds rules like ge and 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@app.get("/books/{book_id}")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get_book(book_id: int):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{"id": book_id}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@app.get("/books")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list_books(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author: str | None = None,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limit: int = Query(10, ge=1, le=100),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{"author": author, "limit": limit}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APIRouter: organise by feature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router per resource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saves repeating the path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group endpoints in /docs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include_router plugs it into the app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830525"/>
          </a:xfrm>
          <a:prstGeom prst="roundRect">
            <a:avLst>
              <a:gd name="adj" fmla="val 2584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5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APIRouter, FastAPI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= APIRouter(prefix="/books",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tags=["Books"])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@router.get("/")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list_books():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app.include_router(router)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models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for your data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data contract?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dict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field, any type, anything goes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appear deep in the code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documentation for clients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and types are declared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rejected at the door with 422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 in /docs automatically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 model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from BaseModel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define the fields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Field() adds rules and examples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fields use None defaults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BookCreate(BaseModel):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str = Field(min_length=1)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author: str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pages: int = Field(gt=0)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tags: list[str] = []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Book(BookCreate):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int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in endpoints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parameter is read from the body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response_model shapes what is returned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model_dump() turns it into a dict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never reaches your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933956"/>
          </a:xfrm>
          <a:prstGeom prst="roundRect">
            <a:avLst>
              <a:gd name="adj" fmla="val 3783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books: dict[int, Book] =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@app.post("/books", response_model=Book,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status_code=201)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create(data: BookCreate):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new_id = len(books) + 1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 = Book(id=new_id, **data.model_dump())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books[new_id] =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book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models for separate jobs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protects private fields and keeps clients simple.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sends to create: no id.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optional for PATCH.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send back: with id, never passwords.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CRUD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books API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Method and path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Body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Success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Errors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/books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list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/books/{id}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Book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/books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BookCreate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Book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/books/{id}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BookUpdate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Book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404, 422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/books/{id}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updates with PATCH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model has all fields optional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exclude_unset keeps only sent fields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model_copy(update=...) merges them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if the id does not exist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72284"/>
          </a:xfrm>
          <a:prstGeom prst="roundRect">
            <a:avLst>
              <a:gd name="adj" fmla="val 3219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BookUpdate(BaseModel):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str | None =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pages: int | None =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@app.patch("/books/{bid}", response_model=Book)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update(bid: int, data: BookUpdate):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bid not in books: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HTTPException(404, "Book not found")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 = data.model_dump(exclude_unset=True)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books[bid] = books[bid].model_copy(update=ch)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books[bid]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Renshuu (練習): Practice. Try sending only one field!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ORM concepts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on one side, tables on the other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SQL and ORM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SQL strings by hand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rows to objects yourself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make typos and injection bugs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(SQLAlchemy)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classes map to tables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map to rows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written in Python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SQLite to PostgreSQL with one URL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 in five steps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connection to the database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parent of all models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class = table, attribute = column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a unit of work, then commit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118104"/>
          </a:xfrm>
          <a:prstGeom prst="roundRect">
            <a:avLst>
              <a:gd name="adj" fmla="val 234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 import create_engine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sqlalchemy.orm import (DeclarativeBase,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Mapped, mapped_column, Session)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= create_engine("sqlite:///library.db")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Base(DeclarativeBase):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BookRow(Base):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__tablename__ = "books"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Mapped[int] = mapped_column(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primary_key=True)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Mapped[str]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Base.metadata.create_all(engine)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Session(engine) as 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s.add(BookRow(title="Ikigai")); s.commit()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Books API with APIRouter and Pydantic models, full CRUD in memory, then save books to SQLite with SQLAlchemy.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endpoint in /docs or with TestClient before moving 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identifies, query filters, body carries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APIRouter with prefix and tags keeps code organised.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validate input and shape output automatically.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tables, objects are rows, sessions commit 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6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6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7 pre-read on relationships and docs.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7: SQLAlchemy relationships and API docs.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6: FastAPI Core and SQLAlchemy Intro</dc:title>
  <dc:subject>PptxGenJS Presentation</dc:subject>
  <dc:creator>Ahmed</dc:creator>
  <cp:lastModifiedBy>Ahmed</cp:lastModifiedBy>
  <cp:revision>1</cp:revision>
  <dcterms:created xsi:type="dcterms:W3CDTF">2026-10-03T06:21:03Z</dcterms:created>
  <dcterms:modified xsi:type="dcterms:W3CDTF">2026-10-03T06:21:03Z</dcterms:modified>
</cp:coreProperties>
</file>