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Single page apps, JSX, components, props, state and events, and the SmartDesk dashboard built with Codex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Fri 06 Nov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SPAs and JSX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Why modern web apps feel instant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Components and props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Reusable building blocks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State and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Screens that react to users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SmartDesk with Codex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Build the ticket dashboard, review every 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Basics assessment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Explain SPAs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Describe how a single page app differs from classic websites.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Compose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Write JSX, split a screen into components and pass props.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Handle 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useState and event handlers to update the screen.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Generate a React dashboard with Codex and review it line by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Opening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Kahoot / recap quiz on Day 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1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1.5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React overview, SPA, components, JSX, props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 hrs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State vs props, useState, events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3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1.5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Building the SmartDesk dashboard with Codex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Assessment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1.5 hrs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Basics assessment 2 (SQLAlchemy, JavaScript, Node.js, React)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React, SPAs and JSX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| 1.5 hrs | One page, many screens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Classic website and SPA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Classic multi-page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Every click loads a whole new page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Server builds the HTML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Screen flashes white between pages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Single page app (SPA)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Loads once, then updates parts of the page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Browser builds the UI with JavaScript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Fetches only data (JSON) from APIs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Feels like a native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a React SPA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Browser downloads HTML, JS and CSS once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React builds the UI from components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Interact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User clicks; state changes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React re-renders only what changed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React keeps a virtual copy of the page and patches the real one efficiently.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Your first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component is a function that returns JSX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Names start with a capital letter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Return one parent element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Curly braces run JavaScript expressions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68" b="0" i="0">
                <a:solidFill>
                  <a:srgbClr val="EAF7F5"/>
                </a:solidFill>
                <a:latin typeface="Courier New"/>
              </a:rPr>
              <a:t>function Welcome() {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const name = "Aiko";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const today = new Date().toDateString();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return (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  &lt;div className="card"&gt;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    &lt;h1&gt;Hello, {name}!&lt;/h1&gt;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    &lt;p&gt;Today is {today}&lt;/p&gt;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  &lt;/div&gt;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JSX rules that trip people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HTML habit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JSX version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class="box"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className="box"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class is a JS keyword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&lt;img src="a.png"&gt;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&lt;img src="a.png" /&gt;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Every tag must close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onclick="..."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onClick={handler}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camelCase, pass a function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style="color: red"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style={{ color: "red" }}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Style is an object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Two top-level tags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Wrap in &lt;&gt;...&lt;/&gt;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One parent per return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Think in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Tsumiki (積み木):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Split the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Header, list, list item, footer: each is a component.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Write TicketCard once, show it 100 times.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Components contain other components, like boxes in boxes.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Props: passing data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Props are the inputs to a component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Passed like HTML attributes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Read them with destructuring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Props are read-only inside the child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15" b="0" i="0">
                <a:solidFill>
                  <a:srgbClr val="EAF7F5"/>
                </a:solidFill>
                <a:latin typeface="Courier New"/>
              </a:rPr>
              <a:t>function TicketCard({ title, priority }) {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return (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&lt;div className="card"&gt;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  &lt;h3&gt;{title}&lt;/h3&gt;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  &lt;p&gt;Priority: {priority}&lt;/p&gt;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&lt;/div&gt;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);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}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&lt;TicketCard title="No signal" priority="high" /&gt;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&lt;TicketCard title="Change plan" priority="low" /&gt;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Children and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children is a special prop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It holds whatever is between the tags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Great for layouts and wrappers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Compose small pieces into screens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50" b="0" i="0">
                <a:solidFill>
                  <a:srgbClr val="EAF7F5"/>
                </a:solidFill>
                <a:latin typeface="Courier New"/>
              </a:rPr>
              <a:t>function Panel({ title, children }) {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return (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&lt;section className="panel"&gt;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  &lt;h2&gt;{title}&lt;/h2&gt;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  {children}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&lt;/section&gt;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);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}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&lt;Panel title="Today"&gt;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&lt;p&gt;Quiz, React basics, assessment&lt;/p&gt;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&lt;/Panel&gt;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State and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| 2 hrs | Making the screen respond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Props and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Props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Come from the parent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Read-only for the child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Like function arguments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Owned by the component itself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Changed with a setter function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 change triggers a re-render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useState: a counter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useState returns [value, setter]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Call the setter to change the value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React re-renders with the new value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Never change state directly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22" b="0" i="0">
                <a:solidFill>
                  <a:srgbClr val="EAF7F5"/>
                </a:solidFill>
                <a:latin typeface="Courier New"/>
              </a:rPr>
              <a:t>import { useState } from "react";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function Counter() {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const [count, setCount] = useState(0);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return (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  &lt;div&gt;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    &lt;p&gt;Clicked {count} times&lt;/p&gt;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    &lt;button onClick={() =&gt;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        setCount(c =&gt; c + 1)}&gt;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      Click me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    &lt;/button&gt;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  &lt;/div&gt;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);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Controlled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input's value comes from state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onChange updates the state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React is the single source of truth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Easy to validate as the user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20" b="0" i="0">
                <a:solidFill>
                  <a:srgbClr val="EAF7F5"/>
                </a:solidFill>
                <a:latin typeface="Courier New"/>
              </a:rPr>
              <a:t>function NameForm() {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const [name, setName] = useState("");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return (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&lt;div&gt;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  &lt;input value={name}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    onChange={e =&gt;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      setName(e.target.value)} /&gt;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  &lt;p&gt;{name ? `Hi, ${name}` : "Type"}&lt;/p&gt;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&lt;/div&gt;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);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Common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Fires when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Typical use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onClick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An element is clicked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Buttons, cards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onChange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An input value changes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Forms, search boxes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onSubmit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form is submitted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Login, create ticket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onKeyDown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key is pressed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Shortcuts, Enter to add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In onSubmit, call e.preventDefault() so the page does not reload.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State with objects and arrays: copy, do not mutate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React compares old and new values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Mutating in place may not re-render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Spread to copy objects and arrays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filter and map return new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68" b="0" i="0">
                <a:solidFill>
                  <a:srgbClr val="EAF7F5"/>
                </a:solidFill>
                <a:latin typeface="Courier New"/>
              </a:rPr>
              <a:t>// Objects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setUser({ ...user, city: "Osaka" });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// Arrays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setTickets([...tickets, newTicket]);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setTickets(tickets.filter(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t =&gt; t.id !== id));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// Not this: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tickets.push(newTicket);   // no re-render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Setting up a real React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npm create vite@latest my-app -- --template react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cd my-app, npm install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npm run dev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src/App.jsx, saves reload instantly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In Colab we render React directly in the notebook output, no setup needed.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SmartDesk dashboard with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| 1.5 hrs | Describe, plan, small steps, test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structured Codex workflow (from Day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Components, props, state, data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Ask Codex for a plan first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Small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One component per prompt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Read every diff, run it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Click every state on screen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Codex writes the first draft. You own the code you commit.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9: 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tickets, filter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Header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agentName, openCount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FilterBar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filter, onChange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TicketList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tickets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TicketCard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id, title, priority, status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State lives in App. Children get data and callbacks as props.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Reviewing React code from Codex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 list item has a stable key from the data, not the index.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No mutation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State changes use the setter and new arrays or objects.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No 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No API keys or tokens anywhere in front-end code.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No raw 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No dangerouslySetInnerHTML with user data.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Small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job each; props named clearly.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You can explain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If you cannot explain a line, ask Codex or remove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Assessment: Basics assessment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kudasai (頑張ってください): Please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MCQ and coding on SQLAlchemy, JavaScript, Node.js and React. 1.5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Read each question carefully. For coding tasks, get a working version first, then improve it. Codex is not allowed during the assessment.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Load once, update parts of the page with data from APIs.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JSX and props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className, closed tags, {expressions}; data flows down.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useState + setter; copy, do not mutate; changes re-render.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Plan, build in small steps, review every line of the dashboard.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Tuesday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10  |  React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Monday is the Deepavali holiday. Tuesday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Day10_Hotel_Lab.md: notebook, problems, dashboard screenshot.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10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11 pre-read on lists, loading data and API keys.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Monday 9 Nov is the Deepavali holiday. See you on Tuesday for Day 11: React UI logic and full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Yoi shuumatsu wo (良い週末を): Have a great weekend, and Happy Deepavali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