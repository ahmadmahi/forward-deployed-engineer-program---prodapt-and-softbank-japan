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Hosted, self-hosted and managed agent runtimes, AI gateways, versioning, rollback, environments and secrets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Fri 11 Dec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 and presentations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33, then participant PPTs (20 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Lifecycle and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Hosted, in-tenant, self-hosted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Managed agent runtimes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And data retention options.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Versioning and rollback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Prompts, datasets, embeddings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AI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Stateless MCP, no long-lived keys.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Scale and release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Async, streaming, canary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Choose where it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Compare hosted APIs, in-tenant, self-hosted and managed agent runtimes.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Version and roll 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Version prompts, datasets and embeddings, and roll back in one step.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Protect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Separate environments, keep keys in a vault, give agents short-lived tokens.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Ship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Put a gateway in front of models; stream, limit and release by canary.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The lifecycle loop and 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Where the model runs and who manages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deployment lifecycle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Code, prompts and manifest in one image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Promote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Dev, then test, then prod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Canary or blue-green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Quality, cost, latency (Day 35)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Roll 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Previous manifest in one 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same artefact moves through every environment. Only configuration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hosting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Watch out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Hosted model 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Fastest start, strongest models, no GPUs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policies, rate limits, per-token cost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Cloud-hosted in your tenant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Enterprise controls, regional hosting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Quotas, regional model availability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Self-hosted open model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Full control, data stays inside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GPU cost, operations, upgrades, licences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Azure OpenAI, for example, runs OpenAI models inside the customer's Azure tenant with enterprise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Managed agent runtimes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The provider runs the agent loop for you: tools, state, scaling. You configure and observe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you 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Hosted loop, tool execution, conversation state, built-in tracing.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63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691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91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1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91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The hosted Agents API from Day 27; cloud agent services in Azure and other clouds.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Good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Fast pilots, standard tools, teams without platform engineers.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63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69180" y="32004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91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21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Watch out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91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Lock-in, data location, limited custom guardrails, cost visibility.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Build your own loop or use a managed runtime?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Your own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Full control of tools and guardrails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Any model behind your gateway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You scale, patch and monitor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Managed agent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Faster to start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Provider handles scaling and state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Check retention, region and export of traces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Many teams start managed, then move hot paths into their own runtime when needs grow.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Data retention options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 to ask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Typical setting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Provider 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Does the provider store prompts and outputs, and for how long?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Check current terms; ask about zero data retention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Managed runtime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Where are conversation state and traces kept?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Region pinned; delete on request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Your logs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Who can read raw prompts?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Metadata for all, full text sampled and masked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Memory stores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When do memories expire?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TTL per user; delete on request (Day 27)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Retention terms change. Confirm with the provider and the customer's policy before go-live.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Versioning, rollback and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Same code, different settings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Version these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Text and id in Git, hash in the manifest.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Golden set and fine-tuning data with a version and hash.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Embedding model, chunking settings, index build 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Release manifest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file per release; rollback = deploy the previous 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If you change the embedding model, rebuild the whole index. Never mix vectors from two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Typical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Local / dev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Build and try things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Fake or sample data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Test / staging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Run golden sets, integration tests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Realistic, anonymised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Real users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Real data, strict access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Promote the same image and release manifest through each stage; only configuration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Settings from the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Every setting has a clear source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Secrets never have defaults in prod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Fail fast at startup if missing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Key Vault references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33" b="0" i="0">
                <a:solidFill>
                  <a:srgbClr val="EAF7F5"/>
                </a:solidFill>
                <a:latin typeface="Courier New"/>
              </a:rPr>
              <a:t>import os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ENV = os.getenv("APP_ENV", "dev")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MODEL = os.getenv("LLM_MODEL", "gpt-6.1-sol")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API_KEY = os.getenv("LLM_API_KEY")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if ENV == "prod" and not API_KEY: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raise RuntimeError(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    "LLM_API_KEY missing in prod")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The AI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One front door for every model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AI gateway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Iriguchi (入口): Entrance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One entry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All apps and agents call the gateway, not providers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Shared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Auth, rate limits, budgets, model allow-list and guardrails.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Provider freedom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Switch or mix models without changing apps.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call logged with release, tokens, cost and latency.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No long-lived keys in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Risky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Provider key pasted into the agent's config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Same key for every tool and user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Never expires; leaks are permanent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Safer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Only the gateway holds the provider key (in Key Vault)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Agents get short-lived tokens with scopes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Tokens expire in minutes and can be revoked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Links to Day 23 (agent identity) and Day 30 (scoped, short-lived tokens).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Stateless MCP servers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MCP spec 2026-07-28 is stateless (Day 28)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Every request carries what it needs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Any replica can answer: easy to scale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a scoped token on every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2" b="0" i="0">
                <a:solidFill>
                  <a:srgbClr val="EAF7F5"/>
                </a:solidFill>
                <a:latin typeface="Courier New"/>
              </a:rPr>
              <a:t>@app.post("/mcp")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def mcp(req: dict, authorization: str = Header()):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claims = verify(authorization)      # short-lived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if req["method"] == "tools/list":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return {"tools": TOOLS}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if req["method"] == "tools/call":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need = TOOLS_SCOPE[req["params"]["name"]]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if need not in claims["scopes"]: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    raise HTTPException(403)</a:t>
            </a:r>
          </a:p>
          <a:p>
            <a:r>
              <a:rPr sz="962" b="0" i="0">
                <a:solidFill>
                  <a:srgbClr val="EAF7F5"/>
                </a:solidFill>
                <a:latin typeface="Courier New"/>
              </a:rPr>
              <a:t>        return run_tool(req["params"])  # no session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Scale and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Many users at once, change without big-bang risk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production inference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Auth, size limits, input guardrails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Retrieve context, user profile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Model call with timeout and retry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Output guardrails, schema validation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Respond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Stream, log, record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Time every stage. When latency rises, you will know exactly where.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Async with a concurrency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async def lets one process serve many users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semaphore caps calls in flight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gather runs requests together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Protects you from 429 storms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85" b="0" i="0">
                <a:solidFill>
                  <a:srgbClr val="EAF7F5"/>
                </a:solidFill>
                <a:latin typeface="Courier New"/>
              </a:rPr>
              <a:t>import asyncio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limit = asyncio.Semaphore(10)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async def answer(q):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async with limit:          # max 10 at once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return await call_model(q)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results = await asyncio.gather(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*[answer(q) for q in questions])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Streaming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Nagareru (流れる): To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Yield chunks as the model produces them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FastAPI StreamingResponse sends them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Time to first token matters most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Browsers read the stream as it arrives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85" b="0" i="0">
                <a:solidFill>
                  <a:srgbClr val="EAF7F5"/>
                </a:solidFill>
                <a:latin typeface="Courier New"/>
              </a:rPr>
              <a:t>from fastapi.responses import StreamingResponse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async def tokens(prompt):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async for chunk in model_stream(prompt):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yield chunk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@app.post("/chat/stream")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async def chat(req: ChatIn):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return StreamingResponse(tokens(req.text),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media_type="text/plain")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Rolling out a new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Canary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Send 5 to 10% of users to the new release, watch metrics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Most changes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Blue-green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Two full environments; switch traffic at once, switch back if bad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Fast rollback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Shadow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New release answers silently; compare with live answers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Risky model swaps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Feature flags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Turn features on per user group without redeploying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Gradual exposure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Decide rollback thresholds before the canary starts.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29: production gateway on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Auth, budgets, model allow-list, streaming, canary routing.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Provider key in Key Vault; managed identity; agents get short-lived tokens.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Container Apps revisions for canary traffic (Azure window 2).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Day34_App_Build_Prompts.md. Review every line Codex writes.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Hosted, in-tenant, self-hosted or managed runtime; check retention.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Versioning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Prompts, datasets and embeddings in one manifest; roll back in one step.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front door; stateless MCP; no long-lived keys in agents.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Async, limits, streaming; canary with agreed thresholds.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Monday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34  |  LLM Deployment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Monday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Day34_Hotel_Lab.md: streaming gateway, canary and rollback.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34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35 pre-read on watching AI and drift.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on Monday for Day 35: observability, drift and optimisation.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Yoi shuumatsu wo (良い週末を): Have a great weekend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