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Dependencies, middleware, JWT and OWASP API Top 10, MongoDB APIs, and a security check for AI-generated code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Tue 03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Dependencies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Depends(), middleware, exception handling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JWT, hashing, OWASP API Top 10.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MongoDB APIs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CRUD, aggregation, pagination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NoSQL injection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Validate every input.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Security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bandit, pip-audit, vulnerability report v1. NEW (v4)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Inject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Reuse DB access, settings and auth with Depends(); add middleware.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Secure 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Hash passwords, issue short-lived scoped JWTs, map risks to OWASP API Top 10.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Mongo APIs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CRUD, aggregation and pagination with input validation.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Check AI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Scan with bandit and pip-audit and write a vulnerability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Dependencies, middleware and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| 1.5 Hrs | Ask for what you need, FastAPI provides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Without and with Depends()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Without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Every endpoint opens its own DB connection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Auth checks copied into each function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Hard to swap in a fake for tests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With Depends()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Write the logic once as a function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Declare it as a parameter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FastAPI calls it for you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Override it easily in tests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Dependencies, with and without yield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dependency is just a function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Its return value becomes the parameter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Code after yield always runs: clean up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Perfect for database sessions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73" b="0" i="0">
                <a:solidFill>
                  <a:srgbClr val="EAF7F5"/>
                </a:solidFill>
                <a:latin typeface="Courier New"/>
              </a:rPr>
              <a:t>from fastapi import Depends, Query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def pagination(skip: int = Query(0, ge=0),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           limit: int = Query(10, ge=1, le=50)):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return {"skip": skip, "limit": limit}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def get_db():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db = SessionLocal()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try: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    yield db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finally: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    db.close()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@app.get("/tickets")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def tickets(page=Depends(pagination), db=Depends(get_db)):</a:t>
            </a:r>
          </a:p>
          <a:p>
            <a:r>
              <a:rPr sz="773" b="0" i="0">
                <a:solidFill>
                  <a:srgbClr val="EAF7F5"/>
                </a:solidFill>
                <a:latin typeface="Courier New"/>
              </a:rPr>
              <a:t>    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middleware wraps a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Request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Middleware sees it first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call_next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Passes it to your endpoint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Comes back through middleware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Headers added, time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Use it for logging, timing, request ids and CORS. Keep it fast.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Middleware and exception handlers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@app.middleware("http") wraps every request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Add timing and request id headers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@app.exception_handler turns your errors into clean JSON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Never leak stack traces to clients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54" b="0" i="0">
                <a:solidFill>
                  <a:srgbClr val="EAF7F5"/>
                </a:solidFill>
                <a:latin typeface="Courier New"/>
              </a:rPr>
              <a:t>@app.middleware("http")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async def timer(request, call_next):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start = time.perf_counter()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response = await call_next(request)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ms = (time.perf_counter() - start) * 1000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response.headers["X-Time-ms"] = f"{ms:.1f}"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return response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class TicketLocked(Exception): ...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@app.exception_handler(TicketLocked)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def locked(request, exc):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return JSONResponse(status_code=409,</a:t>
            </a:r>
          </a:p>
          <a:p>
            <a:r>
              <a:rPr sz="954" b="0" i="0">
                <a:solidFill>
                  <a:srgbClr val="EAF7F5"/>
                </a:solidFill>
                <a:latin typeface="Courier New"/>
              </a:rPr>
              <a:t>        content={"detail": "Ticket is closed"})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Authentication, JWT and API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2 Hrs | Proving who you are, safely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Authentication and authorisation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Who are you?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Login with username and password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Fails with 401 Unauthorized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Authorisation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What are you allowed to do?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Roles and scopes such as agent or admin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Fails with 403 Forbidden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Storing passwords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Safe?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Plain text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One leak exposes every account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Simple hash (md5, sha1)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Fast to crack with lookup tables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Slow salted hash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bcrypt, argon2, pbkdf2: slow and unique per user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You can check a password against a hash, but never turn the hash back into the password.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JWT login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Himitsu (秘密): Secret. Keep the signing key safe!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POST /token with username and password</a:t>
            </a:r>
          </a:p>
        </p:txBody>
      </p:sp>
      <p:sp>
        <p:nvSpPr>
          <p:cNvPr id="11" name="Chevron 10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Server checks the password hash</a:t>
            </a:r>
          </a:p>
        </p:txBody>
      </p:sp>
      <p:sp>
        <p:nvSpPr>
          <p:cNvPr id="17" name="Chevron 16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Issue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Server signs and returns a JWT</a:t>
            </a:r>
          </a:p>
        </p:txBody>
      </p:sp>
      <p:sp>
        <p:nvSpPr>
          <p:cNvPr id="23" name="Chevron 22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Authorization: Bearer &lt;token&gt;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server checks the signature on every request. No session storage needed.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Short-lived tokens with scopes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exp: 15 minutes, not days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scope lists exactly what the token may do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the scope on every protected route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Signing key from the environment, never in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46" b="0" i="0">
                <a:solidFill>
                  <a:srgbClr val="EAF7F5"/>
                </a:solidFill>
                <a:latin typeface="Courier New"/>
              </a:rPr>
              <a:t>def create_token(sub, role, scopes, minutes=15):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now = dt.datetime.now(dt.timezone.utc)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return jwt.encode({"sub": sub, "role": role,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"scope": " ".join(scopes),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"iat": now,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"exp": now + dt.timedelta(minutes=minutes)},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SECRET, algorithm="HS256")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def require_scope(needed):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def check(user=Depends(current_user)):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if needed not in user["scopes"]: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    raise HTTPException(403, "Missing scope")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    return user</a:t>
            </a:r>
          </a:p>
          <a:p>
            <a:r>
              <a:rPr sz="846" b="0" i="0">
                <a:solidFill>
                  <a:srgbClr val="EAF7F5"/>
                </a:solidFill>
                <a:latin typeface="Courier New"/>
              </a:rPr>
              <a:t>    return check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OWASP API Security Top 10 (2023)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SmartDesk 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API1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Broken object level authorisation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Agent reads another customer's ticket by id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API2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Broken authentication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Tokens that never expire; no lockout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API3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Broken object property level authorisation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Client sets role=admin when registering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API4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Unrestricted resource consumption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limit=1000000 on a list endpoint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API5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Broken function level authorisation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Member calls an admin-only route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API6 to API10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Business flows, SSRF, misconfiguration, inventory, unsafe API use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 the full list tonight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Source: OWASP API Security Project, 2023 edition. Map every finding in your report to one of these.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defences you write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Check ownership (API1)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Filter every query by owner, not only by 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Allow-list fields (API3)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Separate input models; never accept role from the client.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Cap everything (API4)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le=50 on limit, max_length on strings, short token expiry.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FastAPI with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2 Hrs | CRUD, aggregation, pagination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tickets API on MongoDB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PyMongo call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POST /tickets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insert_one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GET /tickets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find + skip + limit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GET /tickets/{id}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find_one by ObjectId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200 or 404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PATCH /tickets/{id}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update_one with $set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200 or 404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 /tickets/{id}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delete_one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204 or 404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Always validate the id with ObjectId.is_valid before querying. Convert _id to a string 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 aggregation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Shuukei (集計): Totals and summaries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$match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Filter documents, like WHERE</a:t>
            </a:r>
          </a:p>
        </p:txBody>
      </p:sp>
      <p:sp>
        <p:nvSpPr>
          <p:cNvPr id="11" name="Chevron 10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$group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Group and total, like GROUP BY</a:t>
            </a:r>
          </a:p>
        </p:txBody>
      </p:sp>
      <p:sp>
        <p:nvSpPr>
          <p:cNvPr id="17" name="Chevron 16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$sort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Order the results</a:t>
            </a:r>
          </a:p>
        </p:txBody>
      </p:sp>
      <p:sp>
        <p:nvSpPr>
          <p:cNvPr id="23" name="Chevron 22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$project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Shape the output 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Documents flow through each stage like water through filters.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Tickets by priority, and pagination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$group counts per priority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$sort -1 means highest first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Offset pagination: skip and limit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Cap size with Query(le=50)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75" b="0" i="0">
                <a:solidFill>
                  <a:srgbClr val="EAF7F5"/>
                </a:solidFill>
                <a:latin typeface="Courier New"/>
              </a:rPr>
              <a:t>pipeline = [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  {"$match": {"status": {"$ne": "closed"}}},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  {"$group": {"_id": "$priority",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              "open": {"$sum": 1}}},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  {"$sort": {"open": -1}},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]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rows = list(tickets.aggregate(pipeline))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cur = (tickets.find().sort("_id", 1)</a:t>
            </a:r>
          </a:p>
          <a:p>
            <a:r>
              <a:rPr sz="975" b="0" i="0">
                <a:solidFill>
                  <a:srgbClr val="EAF7F5"/>
                </a:solidFill>
                <a:latin typeface="Courier New"/>
              </a:rPr>
              <a:t>       .skip((page - 1) * size).limit(size))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NoSQL injection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Vulnerable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Login body accepted as a raw dict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password: {"$ne": ""} matches any user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Search builds $regex from raw input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Attacker logs in without a password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Defended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Pydantic model: username and password are str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Operators in input are rejected with 422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re.escape() user text before $regex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Never pass request JSON straight into a 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Same idea as SQL injection: data must never become query syntax.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Input validation stops it at the door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Typed fields reject objects like {"$ne": ""}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Patterns and lengths limit what is accepted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Escape user text used in $regex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422 for every bad input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01" b="0" i="0">
                <a:solidFill>
                  <a:srgbClr val="EAF7F5"/>
                </a:solidFill>
                <a:latin typeface="Courier New"/>
              </a:rPr>
              <a:t>class Login(BaseModel):</a:t>
            </a:r>
          </a:p>
          <a:p>
            <a:r>
              <a:rPr sz="801" b="0" i="0">
                <a:solidFill>
                  <a:srgbClr val="EAF7F5"/>
                </a:solidFill>
                <a:latin typeface="Courier New"/>
              </a:rPr>
              <a:t>    username: str = Field(min_length=3, max_length=30,</a:t>
            </a:r>
          </a:p>
          <a:p>
            <a:r>
              <a:rPr sz="801" b="0" i="0">
                <a:solidFill>
                  <a:srgbClr val="EAF7F5"/>
                </a:solidFill>
                <a:latin typeface="Courier New"/>
              </a:rPr>
              <a:t>                          pattern=r"^[a-z0-9_]+$")</a:t>
            </a:r>
          </a:p>
          <a:p>
            <a:r>
              <a:rPr sz="801" b="0" i="0">
                <a:solidFill>
                  <a:srgbClr val="EAF7F5"/>
                </a:solidFill>
                <a:latin typeface="Courier New"/>
              </a:rPr>
              <a:t>    password: str = Field(min_length=8, max_length=128)</a:t>
            </a:r>
          </a:p>
          <a:p>
            <a:r>
              <a:rPr sz="801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01" b="0" i="0">
                <a:solidFill>
                  <a:srgbClr val="EAF7F5"/>
                </a:solidFill>
                <a:latin typeface="Courier New"/>
              </a:rPr>
              <a:t>@app.get("/tickets/search")</a:t>
            </a:r>
          </a:p>
          <a:p>
            <a:r>
              <a:rPr sz="801" b="0" i="0">
                <a:solidFill>
                  <a:srgbClr val="EAF7F5"/>
                </a:solidFill>
                <a:latin typeface="Courier New"/>
              </a:rPr>
              <a:t>def search(q: str = Query(min_length=2, max_length=40)):</a:t>
            </a:r>
          </a:p>
          <a:p>
            <a:r>
              <a:rPr sz="801" b="0" i="0">
                <a:solidFill>
                  <a:srgbClr val="EAF7F5"/>
                </a:solidFill>
                <a:latin typeface="Courier New"/>
              </a:rPr>
              <a:t>    rx = {"$regex": re.escape(q), "$options": "i"}</a:t>
            </a:r>
          </a:p>
          <a:p>
            <a:r>
              <a:rPr sz="801" b="0" i="0">
                <a:solidFill>
                  <a:srgbClr val="EAF7F5"/>
                </a:solidFill>
                <a:latin typeface="Courier New"/>
              </a:rPr>
              <a:t>    return [out(d) for d in tickets.find({"title": rx})]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Security check for AI-generated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4 | 1 Hr | bandit, pip-audit and vulnerability report v1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scan AI-generated code?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It looks confident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Generated code can include eval, shell=True or hard-coded secrets.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Old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Models learned from old code: md5, outdated library versions.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Supply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suggested package or pin may have known vulnerabilities.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You own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Whoever merges the code is responsible for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Two tools, two jobs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bandit (SAST)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Reads your Python source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Finds risky patterns: eval, shell=True, md5, secrets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bandit -r app/ -f 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Severity and confidence per finding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pip-audit (dependencies)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Reads requirements.txt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Checks packages against known vulnerability data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pip-audit -r requirements.txt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Fix: upgrade to a patched version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Vulnerability report v1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to write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ID, finding, tool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V-01, hard-coded secret, bandit B105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Severity, affected file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High, app/security.py:4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Proposed fix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 SECRET_KEY from the environment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Fixed by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Human or Codex-assisted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Verified, evidence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Yes: re-scan clean, test passes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Template: shared/templates/Vulnerability_Report_Template.md. You update it on Days 20, 23 to 25 and 30.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6: secure SmartDesk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JWT login with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customer, agent and admin roles; 15 minute scoped tokens.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Ownership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Customers see only their own tickets (API1).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Mongo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GET /analytics/by-priority with an aggregation pipeline.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Report v1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 bandit and pip-audit on your Codex-generated code and log every finding.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Depends()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shared logic once; inject it everywhere; override in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Slow salted hashes; short-lived scoped JWTs; OWASP API Top 10 as a checklist.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MongoDB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Validate ids and inputs; aggregate in the database; cap page size.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Scan with bandit and pip-audit; record findings in the vulnerability report.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7  |  FastAPI Advanced, Security and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Day07_Hotel_Lab.md: post-read, notebook, report v1.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7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8 pre-read on JavaScript.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8: JavaScript fundamentals and async JavaScript.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