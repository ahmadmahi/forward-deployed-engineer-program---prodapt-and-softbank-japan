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PyTest and TestClient, tests drafted with Codex, React testing, ETL vs ELT, ingestion and data quality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Mon 16 Nov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PyTest and FastAPI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Tests, fixtures, parametrize, TestClient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Tests with Codex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Draft, review, run. NEW (v4)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React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Test what the user sees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Data engineering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Lifecycle, ETL vs ELT, ingestion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Data quality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Checks and a tested pipeline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Write PyTest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asserts, fixtures and parametrize; test FastAPI with TestClient.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Review AI-drafted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Let Codex draft tests, then check they test the right thing.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Describe data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Walk through the data lifecycle, ETL and ELT.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a tested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Ingest a messy CSV with pandas and prove its quality with tests.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How today is organised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Session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1.5 hrs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FastAPI testing with PyTest and TestClient; tests drafted with Codex (NEW v4)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2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1 hr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React app testing basics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 hrs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Data engineering basics; ingestion; ETL vs ELT; CSV ingestion with pandas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Session 4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 hrs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Data quality checks; testing a small pipeline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Testing with PyTest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(1.5 hrs): proof that your code works, every time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testing pyramid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Anshin (安心): Peace of mind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Unit tests (many)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function at a time. Fast, run on every save.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Integration tests (some)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Parts working together: API + database.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338327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End-to-end tests (few)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2606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whole app through the browser. Slow but realistic.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Your first PyTest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Files named test_*.py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Functions named test_*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Plain assert statements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Run with: pytest -q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8" b="0" i="0">
                <a:solidFill>
                  <a:srgbClr val="EAF7F5"/>
                </a:solidFill>
                <a:latin typeface="Courier New"/>
              </a:rPr>
              <a:t># pricing.py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def with_gst(amount, rate=18):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  if amount &lt; 0: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      raise ValueError("negative")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  return round(amount * (1 + rate / 100), 2)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# test_pricing.py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import pytest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from pricing import with_gst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def test_default_rate():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  assert with_gst(100) == 118.0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def test_negative_raises():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  with pytest.raises(ValueError):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      with_gst(-1)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parametrize and fixtures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parametrize runs one test with many inputs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fixture prepares shared test data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Tests ask for fixtures by name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Same idea as FastAPI Depends()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85" b="0" i="0">
                <a:solidFill>
                  <a:srgbClr val="EAF7F5"/>
                </a:solidFill>
                <a:latin typeface="Courier New"/>
              </a:rPr>
              <a:t>@pytest.mark.parametrize("amt, rate, out", [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(100, 18, 118.0),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(100, 5, 105.0),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(0, 18, 0.0),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])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def test_rates(amt, rate, out):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assert with_gst(amt, rate) == out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@pytest.fixture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def cart():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return [{"price": 100}, {"price": 50}]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def test_cart_total(cart):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assert sum(i["price"] for i in cart) == 150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Testing a FastAPI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TestClient calls the app directly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 fixture gives every test a clean client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Check status codes and JSON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Test unhappy paths too: 404, 422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80" b="0" i="0">
                <a:solidFill>
                  <a:srgbClr val="EAF7F5"/>
                </a:solidFill>
                <a:latin typeface="Courier New"/>
              </a:rPr>
              <a:t>from fastapi.testclient import TestClient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from main import app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@pytest.fixture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def client():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  return TestClient(app)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def test_create_ticket(client):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  r = client.post("/tickets", json={"title": "x"})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  assert r.status_code == 201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  assert r.json()["status"] == "open"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def test_missing_ticket(client):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  r = client.get("/tickets/999")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  assert r.status_code == 404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Generate tests with Codex, then review and run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Describe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Name the function, rules and edge cases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Draft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Codex writes test_*.py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Is each expectation right?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Run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pytest -q; read every failure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Fix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Fix the test or the code, never blindly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 failing AI-drafted test means either the code or the test is wrong. You decide which.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Reviewing an AI-drafted test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Right expectation?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Check each expected value against the real rule, not the code.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Real assertions?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Reject tests that only check "is not None" or call without asserting.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Edge cases?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Boundaries, empty input, wrong types, error paths.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Independent?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Each test sets up its own data; no order dependence.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Readable?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Clear names; one behaviour per test.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Cost and safety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Small prompt with only the relevant file; no secrets or customer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Codex prompt for tests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10896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19"/>
            <a:ext cx="78638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23" b="0" i="0">
                <a:solidFill>
                  <a:srgbClr val="EAF7F5"/>
                </a:solidFill>
                <a:latin typeface="Courier New"/>
              </a:rPr>
              <a:t>Write PyTest tests for grade(marks) in pricing.py.</a:t>
            </a:r>
          </a:p>
          <a:p>
            <a:r>
              <a:rPr sz="1323" b="0" i="0">
                <a:solidFill>
                  <a:srgbClr val="EAF7F5"/>
                </a:solidFill>
                <a:latin typeface="Courier New"/>
              </a:rPr>
              <a:t>Rules: 85-100 -&gt; "A", 70-84 -&gt; "B", 50-69 -&gt; "C", 0-49 -&gt; "Needs improvement".</a:t>
            </a:r>
          </a:p>
          <a:p>
            <a:r>
              <a:rPr sz="1323" b="0" i="0">
                <a:solidFill>
                  <a:srgbClr val="EAF7F5"/>
                </a:solidFill>
                <a:latin typeface="Courier New"/>
              </a:rPr>
              <a:t>Marks outside 0-100 raise ValueError.</a:t>
            </a:r>
          </a:p>
          <a:p>
            <a:r>
              <a:rPr sz="1323" b="0" i="0">
                <a:solidFill>
                  <a:srgbClr val="EAF7F5"/>
                </a:solidFill>
                <a:latin typeface="Courier New"/>
              </a:rPr>
              <a:t>Use one parametrized test for all boundaries (0, 49, 50, 69, 70, 84, 85, 100)</a:t>
            </a:r>
          </a:p>
          <a:p>
            <a:r>
              <a:rPr sz="1323" b="0" i="0">
                <a:solidFill>
                  <a:srgbClr val="EAF7F5"/>
                </a:solidFill>
                <a:latin typeface="Courier New"/>
              </a:rPr>
              <a:t>and one test for each error case. Do not change pricing.py.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Give the rules, not just the code. Otherwise Codex tests what the code does, bugs included.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Testing React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(1 hr): test what the user sees, not the internals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Two levels of front end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Unit tests (plain JS)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Pure functions: formatPrice, filters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Fast, no browser needed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node --test or Vitest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Component tests (RTL)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Render a component in a fake DOM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Find elements like a user would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Click, type, then check the screen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React Testing Library with Vitest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render the component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screen finds elements by role or text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userEvent simulates real clicks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expect what the user should see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62" b="0" i="0">
                <a:solidFill>
                  <a:srgbClr val="EAF7F5"/>
                </a:solidFill>
                <a:latin typeface="Courier New"/>
              </a:rPr>
              <a:t>import { render, screen } from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"@testing-library/react";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import userEvent from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"@testing-library/user-event";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import Counter from "./Counter";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test("increments on click", async () =&gt; {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render(&lt;Counter /&gt;);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await userEvent.click(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  screen.getByRole("button", { name: "+1" }));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expect(screen.getByText("Count: 1"))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    .toBeInTheDocument();</a:t>
            </a:r>
          </a:p>
          <a:p>
            <a:r>
              <a:rPr sz="1062" b="0" i="0">
                <a:solidFill>
                  <a:srgbClr val="EAF7F5"/>
                </a:solidFill>
                <a:latin typeface="Courier New"/>
              </a:rPr>
              <a:t>});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Data engineering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(2 hrs): where data comes from and where it goes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From raw data to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Generate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Apps, sensors, forms, logs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Collect into one place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Lake or warehouse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Process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Clean, join, aggregate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Serve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Dashboards, APIs,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Data engineers build and run the pipes between these stages.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Who does what with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Main focus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Typical output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Data engineer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Reliable pipelines and storage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Clean tables on schedule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Data analyst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Answering business questions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Reports and dashboards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Data scientist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Predictions and experiments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Models and insights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FDE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Solving one customer's problem end to end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Working solution in their environment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ETL and ELT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ETL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Extract, Transform, then Load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Clean before storing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Good when storage is costly or rules strict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Classic warehouses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ELT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Extract, Load raw, then Transform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Transform inside the warehouse with 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Keeps raw data for replays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Modern cloud platforms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tiny ETL with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Extract from CSV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Transform: clean, fix types, dedupe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Load into a database table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Each step is a small testable function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00" b="0" i="0">
                <a:solidFill>
                  <a:srgbClr val="EAF7F5"/>
                </a:solidFill>
                <a:latin typeface="Courier New"/>
              </a:rPr>
              <a:t>import pandas as pd, sqlite3</a:t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>def extract(path):</a:t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>    return pd.read_csv(path)</a:t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>def transform(df):</a:t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>    df = df.drop_duplicates("ticket_id")</a:t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>    df["minutes"] = pd.to_numeric(df["minutes"],</a:t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>                                  errors="coerce")</a:t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>    return df.dropna(subset=["minutes"])</a:t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>def load(df, conn):</a:t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>    df.to_sql("tickets", conn, if_exists="replace")</a:t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>load(transform(extract("legacy_tickets.csv")),</a:t>
            </a:r>
          </a:p>
          <a:p>
            <a:r>
              <a:rPr sz="1000" b="0" i="0">
                <a:solidFill>
                  <a:srgbClr val="EAF7F5"/>
                </a:solidFill>
                <a:latin typeface="Courier New"/>
              </a:rPr>
              <a:t>     sqlite3.connect("smartdesk.db"))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Ingestion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Pattern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Batch full load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Copy everything each run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Small tables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Incremental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Only rows newer than last run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Growing tables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Streaming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Process events as they arrive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Real-time needs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API pull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Call an API on a schedule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SaaS data sources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Make pipelines idempotent: running twice must not create duplicates.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Data quality and pipeline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4 (2 hrs): trust, then use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Data quality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Completeness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No missing ids or required fields.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Uniqueness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No duplicate keys after the load.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Validity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Values in range: minutes &gt;= 0, known priorities.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Freshness and volume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Row count close to yesterday; latest date is recent.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Testing a small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Unit test each transform with a tiny DataFrame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tmp_path gives each test its own database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Assert quality rules on the loaded table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Run twice to prove idempotency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64" b="0" i="0">
                <a:solidFill>
                  <a:srgbClr val="EAF7F5"/>
                </a:solidFill>
                <a:latin typeface="Courier New"/>
              </a:rPr>
              <a:t>def test_no_duplicate_ids(loaded):</a:t>
            </a:r>
          </a:p>
          <a:p>
            <a:r>
              <a:rPr sz="864" b="0" i="0">
                <a:solidFill>
                  <a:srgbClr val="EAF7F5"/>
                </a:solidFill>
                <a:latin typeface="Courier New"/>
              </a:rPr>
              <a:t>    ids = pd.read_sql("SELECT ticket_id FROM tickets",</a:t>
            </a:r>
          </a:p>
          <a:p>
            <a:r>
              <a:rPr sz="864" b="0" i="0">
                <a:solidFill>
                  <a:srgbClr val="EAF7F5"/>
                </a:solidFill>
                <a:latin typeface="Courier New"/>
              </a:rPr>
              <a:t>                      loaded)["ticket_id"]</a:t>
            </a:r>
          </a:p>
          <a:p>
            <a:r>
              <a:rPr sz="864" b="0" i="0">
                <a:solidFill>
                  <a:srgbClr val="EAF7F5"/>
                </a:solidFill>
                <a:latin typeface="Courier New"/>
              </a:rPr>
              <a:t>    assert ids.is_unique</a:t>
            </a:r>
          </a:p>
          <a:p>
            <a:r>
              <a:rPr sz="86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64" b="0" i="0">
                <a:solidFill>
                  <a:srgbClr val="EAF7F5"/>
                </a:solidFill>
                <a:latin typeface="Courier New"/>
              </a:rPr>
              <a:t>def test_minutes_valid(loaded):</a:t>
            </a:r>
          </a:p>
          <a:p>
            <a:r>
              <a:rPr sz="864" b="0" i="0">
                <a:solidFill>
                  <a:srgbClr val="EAF7F5"/>
                </a:solidFill>
                <a:latin typeface="Courier New"/>
              </a:rPr>
              <a:t>    df = pd.read_sql("SELECT minutes FROM tickets", loaded)</a:t>
            </a:r>
          </a:p>
          <a:p>
            <a:r>
              <a:rPr sz="864" b="0" i="0">
                <a:solidFill>
                  <a:srgbClr val="EAF7F5"/>
                </a:solidFill>
                <a:latin typeface="Courier New"/>
              </a:rPr>
              <a:t>    assert (df.minutes &gt;= 0).all()</a:t>
            </a:r>
          </a:p>
          <a:p>
            <a:r>
              <a:rPr sz="864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864" b="0" i="0">
                <a:solidFill>
                  <a:srgbClr val="EAF7F5"/>
                </a:solidFill>
                <a:latin typeface="Courier New"/>
              </a:rPr>
              <a:t>def test_idempotent(tmp_path):</a:t>
            </a:r>
          </a:p>
          <a:p>
            <a:r>
              <a:rPr sz="864" b="0" i="0">
                <a:solidFill>
                  <a:srgbClr val="EAF7F5"/>
                </a:solidFill>
                <a:latin typeface="Courier New"/>
              </a:rPr>
              <a:t>    conn = sqlite3.connect(tmp_path / "t.db")</a:t>
            </a:r>
          </a:p>
          <a:p>
            <a:r>
              <a:rPr sz="864" b="0" i="0">
                <a:solidFill>
                  <a:srgbClr val="EAF7F5"/>
                </a:solidFill>
                <a:latin typeface="Courier New"/>
              </a:rPr>
              <a:t>    assert load_incremental(batch, conn) == 3</a:t>
            </a:r>
          </a:p>
          <a:p>
            <a:r>
              <a:rPr sz="864" b="0" i="0">
                <a:solidFill>
                  <a:srgbClr val="EAF7F5"/>
                </a:solidFill>
                <a:latin typeface="Courier New"/>
              </a:rPr>
              <a:t>    assert load_incremental(batch, conn) == 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13: tests and legacy import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PyTest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TestClient tests for every ticket endpoint, including 404 and 422.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Codex drafts, you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Ask Codex for tests from the rules; review each expectation.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Legacy CSV import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ETL from the old helpdesk CSV into SmartDesk, idempotent.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Quality 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Unique ids, valid priorities, no negative minutes.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Hands-on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(頑張って):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Write PyTest tests for your ticket API, review a Codex-drafted test file, then build and test a small ETL pipeline from a messy CSV into SQLite.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Write the test first for at least one function today. Notice how it shapes your code.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PyTest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assert, fixtures, parametrize, TestClient for APIs.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AI-drafted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Give rules, review every expectation, then run.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Lifecycle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Generate, ingest, store, process, serve. ETL or ELT.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Data quality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Complete, unique, valid, fresh. Every run idempotent.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tomorrow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15  |  Testing and Data Engineering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Day15_Hotel_Lab.md: PyTest cases and a messy CSV.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15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16 pre-read on big data and Spark.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Day 16: data pipelines, Spark and PySpark.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