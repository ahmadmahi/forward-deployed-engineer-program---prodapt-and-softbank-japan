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PySpark Batch Pipelines and SQL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Batch Pipelines and SQL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pipeline, a SQL refresher, Spark SQL and consolidation of Weeks 1 to 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refresher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 window functions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on DataFrames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layers, logging, re-runs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pipeline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Weeks 1 to 3 fit together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confidently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join, CTEs and window functions.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SQL and Python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views and query them with spark.sql.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pipeline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 parameterised, idempotent, logged batch job.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APIs, databases, UIs and pipelines combine.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refresher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data tool speaks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SQL clauses run in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Written order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Runs as step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and compute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/ JOIN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and combine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groups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groups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/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and cut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group and join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 before grouping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groups after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keep queries readable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unmatched rows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c.segment,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     AS orders,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SUM(o.amount) AS revenue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customers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o.customer_id = c.customer_id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o.amount &gt;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c.segment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SUM(o.amount) &gt; 1000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CTEs: readable multi-step queries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names an intermediate result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 to bottom like a recipe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easy to test alone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deeply nested subqueries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daily AS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order_date, city,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SUM(amount) AS revenue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order_date, city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city, AVG(revenue) AS avg_daily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daily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avg_daily DESC;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across related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not collapsed like GROUP BY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= per group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ranks and running totals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306117"/>
          </a:xfrm>
          <a:prstGeom prst="roundRect">
            <a:avLst>
              <a:gd name="adj" fmla="val 317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03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order_date, city, revenue,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order_date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revenue DESC) AS rnk,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SUM(revenue) OVER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order_date) AS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daily;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Narabi (並び): Order and arrangement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DataFrames, side by side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DataFrames with SQL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 names a DataFrame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spark.sql returns a new DataFrame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optimiser as the DataFrame API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both freely in one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orders.createOrReplaceTempView("orders")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customers.createOrReplaceTempView("customers")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spark.sql("""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city, SUM(amount) AS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revenue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top.show()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API or SQL?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Python functions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unit test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logic and loops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Type-friendly in editors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analysts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for joins and aggregates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review and share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performance underneath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pipeline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something you can run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production batch job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schemas, run date as parameters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bronze for the run 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rules, gold aggregates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quality checks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log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partition, record the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parameterised run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per layer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run_date makes reruns targeted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stops bad data reaching gold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writes a log row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run(run_date: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bronze = read_bronze(spark, run_date)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silver = to_silver(bronze)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check(silver.count() &gt; 0, "empty silver")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gold = to_gold(silver, customers)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write_gold(gold, run_date)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log_run(run_date, bronze.count(),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silver.count(), gold.count())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run("2026-11-16")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quality checks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If it fails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silver.count()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duplicate order_id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ranges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rejects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total equals silver 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the 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 and early. Silent bad data is worse than a failed job.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Weeks 1 to 3 fit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 so far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OOP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1: the language and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+ DBs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SQL, MongoDB, security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talking to APIs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ETL, Spark, SQL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DevOps and the cloud, so all of this runs somewhere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yesterday's prototype into a parameterised Spark pipeline with SQL gold tables, quality checks, a run log and PyTest tests. Then answer five business questions in SQL.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business question as a comment above every query.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before groups, HAVING after. CTEs and windows for clarity.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views + spark.sql. Same engine as DataFrames.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jobs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validation, idempotent writes, run logs.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builds on the last: now you can move data end to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quiz on today, then an assessment (MCQ and coding).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16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16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17 pre-read on DevOps and the cloud.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17: DevOps and cloud fundamentals.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16: PySpark Batch Pipelines and SQL</dc:title>
  <dc:subject>PptxGenJS Presentation</dc:subject>
  <dc:creator>Ahmed</dc:creator>
  <cp:lastModifiedBy>Ahmed</cp:lastModifiedBy>
  <cp:revision>1</cp:revision>
  <dcterms:created xsi:type="dcterms:W3CDTF">2026-10-03T06:55:29Z</dcterms:created>
  <dcterms:modified xsi:type="dcterms:W3CDTF">2026-10-03T06:55:29Z</dcterms:modified>
</cp:coreProperties>
</file>