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 |  FDE Professional Skills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Professional Skills 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ambiguity and customer-embedded problem solving, through simulations and role plays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 (full day)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it, shrink it, move forward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whys, issue trees, hypotheses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customers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constraints, trust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MVPs, trade-offs and saying no well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dashboard is slow" and more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ambiguity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vague request into a clear problem statement.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root causes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5 whys, issue trees and hypotheses with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inside a customer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stakeholders and respect their constraints.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scope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an MVP and handle new requests without losing trust.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ambiguity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state of real projects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ambiguity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Kind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Sounds like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First move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"Things are slow"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examples and measures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need AI"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what decision it should improve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"Everything is urgent"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by impact and effort together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"Someone in IT handles that"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name, not the team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kind of ambiguity tells you which question to ask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 canvas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in one paragraph and get the customer to agree before building anything.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users are affected?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happens, with an example?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cost: time, money, trust?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know it is fixed? A number if possible.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Mondai (問題): The 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with ambiguity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full specification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everything "just in case"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uncertainty from the customer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assumptions and testing the riskiest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smallest thing that clarifies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uncertainty with options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the problem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problem before fixing the visible one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whys: from symptom to cause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late. Why?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 overruns. Why?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reprocesses all history. Why?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load. Why?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one-off script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"why 5" stops the problem returning. Fixing "why 1" only hides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issue tree for "The dashboard is slow"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should not overlap and together should cover the possibilities.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page, slow browser, too many charts.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VPN, payload size.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endpoint, missing pagination.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918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6732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index, heavy query, locks.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76600" y="310896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94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94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962400" y="32918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59480" y="376732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 or time window much bigger.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6000" y="310896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88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788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81800" y="32918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78880" y="376732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opens it at 9 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Hypothesis-driven problem solving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"Exports with large page sizes are slow"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request logs by endpoint and size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not opinions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drop or refine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cheapest, most likely hypotheses first. Today's notebook does exactly this.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with the customer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inside someone else's world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stakeholders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Cares about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Ask them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outcome, cost, timeline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success look like in 3 months?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pain, ease of 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me how you do this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platform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Stability, standards, support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we not break?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compliance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protection, audits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data can leave which system?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each group early. Surprises late in a project usually come from someone you never met.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 trust on site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first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work is done before suggesting changes.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constraints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and legacy systems exist for reasons.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early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visible win in week one builds credibility.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bad news early, with a plan.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Shinrai (信頼): Trust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scope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right small thing well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 and scope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also add..." accepted every time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never finishes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drops, trust follows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MVP written down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requests go to a visible backlog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discussed openly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and here is what moves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Saying no without saying no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Instead of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"No, that is out of scope."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"Yes, we can. To fit it in, X moves to next sprint. Which matters more?"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"That is impossible."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"That is a big change. Here are two smaller options."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are too busy."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can start on Monday after the export fix. Does that work?"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activities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 dashboard is slow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with data, teams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Hypotheses and 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5 whys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cause, not symptoms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Stakeholder interviews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play, rotating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people, different truths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scope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play, pairs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Trade-offs and trust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Readout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presentation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Findings, recommendation, next steps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cards are in today's hands-on activities document.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briefing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customer says: "Your dashboard is slow and my team is losing patience." You have request logs, three stakeholders to interview, and 90 minutes before a readout.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problem statement first. Then hypotheses. Then evidence. Then a recommendation with a small next step.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its kind, write assumptions, take a small clarifying step.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canvas, 5 whys, issue trees, hypotheses tested with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stakeholders early. Respect constraints. Deliver early.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MVP, visible backlog, open trade-offs.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Monday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quiz on today, then an assessment (MCQ and milestone) as we start GenAI.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20 recap and the extra reading.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20 reflection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21 pre-read on generative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Day 21: GenAI introduction and prompt engineering.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20: FDE Professional Skills 2</dc:title>
  <dc:subject>PptxGenJS Presentation</dc:subject>
  <dc:creator>Ahmed</dc:creator>
  <cp:lastModifiedBy>Ahmed</cp:lastModifiedBy>
  <cp:revision>1</cp:revision>
  <dcterms:created xsi:type="dcterms:W3CDTF">2026-10-03T06:55:31Z</dcterms:created>
  <dcterms:modified xsi:type="dcterms:W3CDTF">2026-10-03T06:55:31Z</dcterms:modified>
</cp:coreProperties>
</file>