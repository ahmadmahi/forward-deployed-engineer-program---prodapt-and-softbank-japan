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  |  LLM Orchestration and FDE Skills 3b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Orchestration and FDE Skills 3b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LangGraph workflows and systems thinking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models use your functions safely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with state, branches and loops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loops, delays and side effects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customer's system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feedback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progress conversations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functions with JSON schemas the model can call.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 calls safely and return results to the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LangGraph workflows with conditional edges and retries.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systems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feedback loops and spot unintended consequences.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asks; your code acts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calling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tools as JSON schemas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tool call with arguments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checks args and executes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goes back as a tool message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replies, or calls another tool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code itself. Your application stays in control.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a tool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description guide the model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is a JSON schema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descriptions improve tool choice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prevent half calls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"function",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"function":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"get_order_status",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"Look up an order's status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"by its id, e.g. ORD-1042",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"parameters":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"object",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"order_id": {"type": "string"}},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"required": ["order_id"]}}}]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tool calls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with tools attached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while it requests tools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only registered functions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results and ask again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msgs = [{"role": "user", "content": q}]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client.chat.completions.create(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messages=msgs, tools=tools)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r.choices[0].message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m.tool_calls: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msgs.append(m)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call in m.tool_calls: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run_tool(call.function.name,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call.function.arguments)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msgs.append(dict(role="tool", content=out,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tool_call_id=call.id))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safety rules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registered functions can ever 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arguments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models; reject bad ids and amounts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tools by default; separate write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risky actions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Refunds, deletes and emails need a human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loops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steps and timeouts stop runaway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as graphs: state, nodes, edges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building blocks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dictionary passed between steps.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read state and return updates.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paths from one node to the next.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next node from the state.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for retries and agent behaviour.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state to pause, resume or ask a human.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Nagare (流れ): Flow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 and graphs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(Day 24)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of steps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fixed pipelines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loop or retry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(LangGraph)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and loops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shared state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human approval, agents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graph with a retry loop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 registers steps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connect them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picks the next step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compile() makes it runnable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StateGraph,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g.add_node("retrieve", retrieve)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g.add_node("answer", answer)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g.add_node("check", check)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g.set_entry_point("retrieve")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g.add_edge("retrieve", "answer")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g.add_edge("answer", "check")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g.add_conditional_edges("check", route,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{"retry": "retrieve", "done": END})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g.compile()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thinking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fixes sometimes make things worse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iceberg model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Support backlog 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hit 900 tickets on Monday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keeps happening?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spikes every month-end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causes the pattern?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runs create confusing invoices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beliefs keep it in place?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"Support is a cost, not a signal"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fixes change structures and beliefs, not just events.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feedback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(snowball)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backlog, slower replies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replies, more follow-up tickets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follow-ups, more backlog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until something breaks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(thermostat)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rises, team adds a shift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shift lowers the backlog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is removed again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system near a target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traps to watch for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takes months; the backlog grows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that fail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auto-reply cuts response time but angers customers.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the burden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fix crises, so the root cause is never fixed.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Activity: map the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teams, draw the causal loop diagram for a customer whose AI chatbot launch increased support tickets. Find one reinforcing loop, one balancing loop, one delay and one leverage point.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simulate your idea in the notebook and see what happens over 12 weeks.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One-on-one feedback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of you meets your mentor for 15 minutes: assessment results, project progress, professional skills and one focus for the next two weeks.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one thing you are proud of and one thing you want help with.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Arigatou (ありがとう): Thank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proposes, code validates and executes, results go back.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Allowlist, validate, least privilege, confirm, limit loops.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conditional edges and cycles.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loops, delays and side effects before fixing.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Monday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quiz on today, then an assessment (MCQ and milestone).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25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25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26 pre-read on AI agents.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26: agentic AI and agentic RAG.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25: LLM Orchestration and FDE Skills 3b</dc:title>
  <dc:subject>PptxGenJS Presentation</dc:subject>
  <dc:creator>Ahmed</dc:creator>
  <cp:lastModifiedBy>Ahmed</cp:lastModifiedBy>
  <cp:revision>1</cp:revision>
  <dcterms:created xsi:type="dcterms:W3CDTF">2026-10-03T10:20:42Z</dcterms:created>
  <dcterms:modified xsi:type="dcterms:W3CDTF">2026-10-03T10:20:42Z</dcterms:modified>
</cp:coreProperties>
</file>