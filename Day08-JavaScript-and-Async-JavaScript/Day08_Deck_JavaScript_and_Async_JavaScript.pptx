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Variables, arrays, objects, functions and callbacks, then promises, async and await, fetch and JSON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Wed 04 Nov 2026  |  Basics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JS fundamentals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Variables, types, arrays, objects, loops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Functions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Arrow functions and callbacks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Async thinking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Why JavaScript never waits around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Promises and await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Values that arrive later, fetch, JSON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SmartDesk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An async client for the ticket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Write 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const, let, arrays, objects and loops with confidence.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Use 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Write arrow functions and pass callbacks to other functions.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Explain async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Describe the event loop and predict the order of output.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Call an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promises, async and await, fetch and JSON safely.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Topics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Opening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Kahoot / recap quiz on Day 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1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 hrs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Variables, data types, arrays, objects, loops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 hrs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Functions, arrow functions, callbacks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3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2.5 hrs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Promises, async and await, fetch, JSON parse and stringify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Run every example in today's notebook with Node.js (in Colab: !node file.js).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JavaScript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| 2 hrs | The language every browser speaks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Python and JavaScript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name = "Mei"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def add(a, b): return a + b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items = [1, 2, 3]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user = {"name": "Mei"}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if x &gt; 5:  (indentation)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const name = "Mei";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const add = (a, b) =&gt; a + b;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const items = [1, 2, 3];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const user = { name: "Mei" };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if (x &gt; 5) { ... }  (braces)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If you know Python, most ideas carry over. The syntax is what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Variables and template literals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const for values that do not change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let for values that do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Avoid var in modern code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Template literals use backticks and ${ }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35" b="0" i="0">
                <a:solidFill>
                  <a:srgbClr val="EAF7F5"/>
                </a:solidFill>
                <a:latin typeface="Courier New"/>
              </a:rPr>
              <a:t>const city = "Pune";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let count = 3;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count += 1;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const msg = `${city} has ${count} open tickets`;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console.log(msg);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// Pune has 4 open tickets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console.log(typeof count, typeof city);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// number string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Data types you will meet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"hello", `hi ${name}`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Text; backticks allow ${ }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42, 3.14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One type for whole and decimal numbers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boolean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true, false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Lower case, unlike Python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undefined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let x;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Declared but no value yet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null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let y = null;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Deliberately empty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object / array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{ id: 1 }, [1, 2]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Collections of values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Arrays and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map transforms every item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filter keeps matching items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reduce folds a list into one value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Destructuring pulls values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35" b="0" i="0">
                <a:solidFill>
                  <a:srgbClr val="EAF7F5"/>
                </a:solidFill>
                <a:latin typeface="Courier New"/>
              </a:rPr>
              <a:t>const prices = [120, 450, 80];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const withTax = prices.map(p =&gt; p * 1.18);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const cheap = prices.filter(p =&gt; p &lt; 200);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const total = prices.reduce((s, p) =&gt; s + p, 0);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const ticket = { id: 7, priority: "high" };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const { id, priority } = ticket;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const copy = { ...ticket, status: "open" };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console.log(cheap, total, id, copy.status);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// [ 120, 80 ] 650 7 open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for...of loops over array values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for...in loops over object keys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Classic for when you need the index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while for unknown repeat 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97" b="0" i="0">
                <a:solidFill>
                  <a:srgbClr val="EAF7F5"/>
                </a:solidFill>
                <a:latin typeface="Courier New"/>
              </a:rPr>
              <a:t>const tickets = ["T1", "T2", "T3"];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for (const t of tickets) console.log(t);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const user = { name: "Ravi", role: "agent" };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for (const key in user) {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console.log(key, "=", user[key]);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}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for (let i = 0; i &lt; 3; i++) {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console.log("Attempt", i + 1);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Three JavaScript gotchas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Gotcha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Habit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== converts types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"5" == 5 is true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Always use ===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undefined vs null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Missing value vs empty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Check both when reading data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Numbers are floats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0.1 + 0.2 !== 0.3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Round money values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Run JavaScript with Node.js: node app.js. In Colab: !node app.js.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Functions and callbacks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| 2 hrs | Passing behaviour around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Three ways to write a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Function declaration: hoisted, named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Function expression stored in a const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Arrow function: short, common in modern code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Default parameters work like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75" b="0" i="0">
                <a:solidFill>
                  <a:srgbClr val="EAF7F5"/>
                </a:solidFill>
                <a:latin typeface="Courier New"/>
              </a:rPr>
              <a:t>function greet(name = "friend") {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return `Hello, ${name}!`;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}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const square = function (n) { return n * n; };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const isUrgent = (t) =&gt; t.priority === "high";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console.log(greet(), square(4),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isUrgent({ priority: "high" }));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// Hello, friend! 16 true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What is a callback?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Tsugi (次):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 function as a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Functions can be passed to other functions, like any value.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Called back 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receiver decides when to call it: per item, on an event, after a timer.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You already used them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map, filter and reduce all take callbacks.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Callbacks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forEach calls your function per item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sort takes a compare callback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setTimeout calls back after a delay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Write your own: applyToAll(items, fn)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773" b="0" i="0">
                <a:solidFill>
                  <a:srgbClr val="EAF7F5"/>
                </a:solidFill>
                <a:latin typeface="Courier New"/>
              </a:rPr>
              <a:t>const tickets = [{ id: 1, age: 5 }, { id: 2, age: 9 }];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tickets.forEach(t =&gt; console.log("Ticket", t.id));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const oldest = [...tickets].sort((a, b) =&gt; b.age - a.age);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function applyToAll(items, fn) {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  return items.map(fn);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}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console.log(applyToAll([1, 2, 3], n =&gt; n * 10));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setTimeout(() =&gt; console.log("Reminder sent"), 500);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Callback pyramid: why promises were invented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310896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19"/>
            <a:ext cx="7863840" cy="2834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400" b="0" i="0">
                <a:solidFill>
                  <a:srgbClr val="EAF7F5"/>
                </a:solidFill>
                <a:latin typeface="Courier New"/>
              </a:rPr>
              <a:t>getCustomer(42, (err, customer) =&gt; {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if (err) return console.log(err);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getTickets(customer.id, (err, tickets) =&gt; {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  if (err) return console.log(err);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  getAgent(tickets[0].agentId, (err, agent) =&gt; {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    if (err) return console.log(err);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    console.log(agent.name);   // three levels deep already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  });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});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Nested callbacks are hard to read and easy to break. Promises flatten this.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| 2.5 hrs | Do something useful while you wait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coffee 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Kissaten (喫茶店): Coffee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Blocking (synchronous)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Barista takes one order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Stands at the machine until it is done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Next customer waits the whole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Non-blocking (asynchronous)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Barista takes an order, starts the machine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Takes the next order meanwhile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Calls your name when it is ready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event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Execute the current code</a:t>
            </a:r>
          </a:p>
        </p:txBody>
      </p:sp>
      <p:sp>
        <p:nvSpPr>
          <p:cNvPr id="10" name="Chevron 9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Hand 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F4E55"/>
                </a:solidFill>
                <a:latin typeface="Calibri"/>
              </a:rPr>
              <a:t>Slow work (disk, network, timers) goes to the system</a:t>
            </a:r>
          </a:p>
        </p:txBody>
      </p:sp>
      <p:sp>
        <p:nvSpPr>
          <p:cNvPr id="16" name="Chevron 15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Continue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Keep running other code</a:t>
            </a:r>
          </a:p>
        </p:txBody>
      </p:sp>
      <p:sp>
        <p:nvSpPr>
          <p:cNvPr id="22" name="Chevron 21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When work finishes, its callback is queued and 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One thread, never idle. This is why JavaScript handles many tasks at once.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Order of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Synchronous code runs first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setTimeout schedules for later, even at 0 ms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callback runs when the stack is clear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Predict the output before running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60" b="0" i="0">
                <a:solidFill>
                  <a:srgbClr val="EAF7F5"/>
                </a:solidFill>
                <a:latin typeface="Courier New"/>
              </a:rPr>
              <a:t>console.log("1: order taken");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setTimeout(() =&gt; {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  console.log("3: coffee ready");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}, 0);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console.log("2: next customer");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// Output: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// 1: order taken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// 2: next customer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// 3: coffee ready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three states of a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Coffee shop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Still working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Your order is being made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fulfilled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Finished with a value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Coffee handed over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Failed with an error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"Sorry, we ran out of milk"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 promise settles once: fulfilled or rejected, never both.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Creating and using a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resolve(value) on success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reject(error) on failure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.then handles the value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.catch handles any error in the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75" b="0" i="0">
                <a:solidFill>
                  <a:srgbClr val="EAF7F5"/>
                </a:solidFill>
                <a:latin typeface="Courier New"/>
              </a:rPr>
              <a:t>function makeCoffee(type) {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return new Promise((resolve, reject) =&gt; {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  setTimeout(() =&gt; {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    if (type === "latte") resolve("Latte!");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    else reject(new Error("Unknown drink"));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  }, 500);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});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}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makeCoffee("latte")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.then(msg =&gt; console.log(msg))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.catch(err =&gt; console.log(err.message));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async and await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async functions always return a promise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await pauses this function, not the program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try / catch handles rejections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Same idea as Python's async def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94" b="0" i="0">
                <a:solidFill>
                  <a:srgbClr val="EAF7F5"/>
                </a:solidFill>
                <a:latin typeface="Courier New"/>
              </a:rPr>
              <a:t>async function serve() {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try {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const a = await makeCoffee("latte");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console.log(a);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const b = await makeCoffee("tea");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console.log(b);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} catch (err) {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console.log("Problem:", err.message);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}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}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serve();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Running things in parallel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Awaiting one by one adds the times together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Promise.all runs them together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Fails fast if any one rejects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allSettled reports every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20" b="0" i="0">
                <a:solidFill>
                  <a:srgbClr val="EAF7F5"/>
                </a:solidFill>
                <a:latin typeface="Courier New"/>
              </a:rPr>
              <a:t>// Sequential: about 1000 ms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await makeCoffee("latte");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await makeCoffee("latte");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// Parallel: about 500 ms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const drinks = await Promise.all([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  makeCoffee("latte"),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  makeCoffee("latte"),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]);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console.log(drinks.length);   //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fetch: calling APIs from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fetch returns a promise of a Response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Check response.ok for 2xx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response.json() is also a promise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Built into browsers and Node.js 18+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68" b="0" i="0">
                <a:solidFill>
                  <a:srgbClr val="EAF7F5"/>
                </a:solidFill>
                <a:latin typeface="Courier New"/>
              </a:rPr>
              <a:t>async function loadTickets() {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const res = await fetch(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  "http://localhost:8000/tickets");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if (!res.ok) {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  throw new Error(`HTTP ${res.status}`);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}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const tickets = await res.json();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console.log(tickets.length, "tickets");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JSON: parse and stringify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JSON.stringify: object to text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JSON.parse: text to object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Send text over HTTP, work with objects in code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Wrap JSON.parse in try / catch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63" b="0" i="0">
                <a:solidFill>
                  <a:srgbClr val="EAF7F5"/>
                </a:solidFill>
                <a:latin typeface="Courier New"/>
              </a:rPr>
              <a:t>const ticket = { id: 7, tags: ["sim", "5g"] };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const text = JSON.stringify(ticket);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console.log(text);   // {"id":7,"tags":["sim","5g"]}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const back = JSON.parse(text);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console.log(back.tags[1]);   // 5g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try {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JSON.parse("{bad json}");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} catch (e) {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console.log("Invalid JSON:", e.name);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7: an async ticket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JavaScript client that reads the SmartDesk ticket API asynchronously.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What it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fetch tickets, count by priority, list the oldest open ones.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Error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Check res.ok, catch network errors, show a clear message.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Day08_App_Build_Prompts.md. Review every line Codex writes.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Hands-on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(頑張って):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Write JavaScript that processes SmartDesk ticket data, then an async client that loads the tickets from an API and summarises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Predict the output of every async snippet before you run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const and let, === always, map, filter and reduce.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Arrow functions and callbacks pass behaviour around.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event loop never blocks. Promises: pending, fulfilled, rejected.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await and fetch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Readable async code. Check res.ok. JSON in and out.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8  |  JavaScript and Async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Day08_Hotel_Lab.md: post-read, notebook, problems, async script.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8 workbook, especially async ordering.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9 pre-read. Install Postman before class.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9: Node.js, npm, Express and Postman.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