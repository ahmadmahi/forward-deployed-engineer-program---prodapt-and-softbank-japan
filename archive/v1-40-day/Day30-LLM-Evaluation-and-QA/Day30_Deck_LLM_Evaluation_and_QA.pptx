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  |  LLM Evaluation and QA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Evaluation and QA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datasets, prompt regression testing, context precision and recall, BLEU, and quality gates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29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trusted reference set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regression tests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prompts without fear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 and recall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retrieval precisely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and friends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overlap metrics and their limits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in CI/CD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golden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version and maintain a golden dataset.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prompts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prompt versions on the golden set with thresholds.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retrieval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context precision and context recall.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releases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metrics such as BLEU wisely and block bad releases in CI.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datasets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answers you trust most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dataset golden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checked by subject experts, not just generated.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wording, all topics, languages and edge cases.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Git with a version number and change log.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change; golden answers must change with them.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Kihon (基本): The foundation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item fields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leave-003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question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does carried over leave expire?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expected_answer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March of the following year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relevant_chunk_ids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[c7]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tags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topic: leave, lang: en, difficulty: easy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must_include / must_not_include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["31 March"] / ["30 June"]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regression testing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change is a code change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testing a prompt change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prompt v1 on the golden 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prompt v2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golden set, same settings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item and overall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only if no important regressions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tests with PyTest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golden set once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parametrize over items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required and forbidden phrases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test enforces the threshold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10612"/>
          </a:xfrm>
          <a:prstGeom prst="roundRect">
            <a:avLst>
              <a:gd name="adj" fmla="val 280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36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GOLDEN = load_jsonl("golden_v3.jsonl")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@pytest.mark.parametrize("item", GOLDEN,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ids=lambda i: i["id"])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test_item(item):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answer(item["question"], PROMPT_V2)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 in item["must_include"]: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 p.lower() in out.lower()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 in item["must_not_include"]: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assert p.lower() not in out.lower()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test_overall_pass_rate():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pass_rate(PROMPT_V2) &gt;= 0.90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and model-graded checks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include, must not include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JSON, length limits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free, exact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every commit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Model-graded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tone, helpfulness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judges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Slower, costs tokens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nightly or before release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precision and recall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retrieval finding the right things, in the right order?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retrieval metrics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47472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Formula (simple form)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what we retrieved, how much was relevant?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retrieved / retrieved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what was needed, how much did we retrieve?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 facts found / needed facts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Rank-aware precision rewards putting relevant chunks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them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punishes noise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punishes missing evidence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precision rewards good order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both; trade-offs are common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779776"/>
          </a:xfrm>
          <a:prstGeom prst="roundRect">
            <a:avLst>
              <a:gd name="adj" fmla="val 263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precision(retrieved, relevant):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hits = [c for c in retrieved if c in relevant]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len(hits) / len(retrieved)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recall(retrieved, relevant):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len(set(retrieved) &amp; set(relevant))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/ len(relevant)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avg_precision(retrieved, relevant):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hits, total = 0, 0.0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k, c in enumerate(retrieved, 1):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 in relevant: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hits += 1; total += hits / 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 / len(relevant)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Seikaku (正確): Accurate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 and overlap metrics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Useful, with clear limits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 in one slide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(summaries) and exact match are related overlap metrics.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of 1 to 4 word sequences between output and reference.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863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91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91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721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Brevity penalty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691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outputs cannot cheat by saying very little.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and tightly constrained text.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63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9180" y="32918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91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for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answers: a correct paraphrase can score near zero.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metric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Prefer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Fixed format output (JSON, labels)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match, schema validation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 or chrF, plus human review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 plus faithfulness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Open-ended answers (RAG)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Faithfulness, correctness judge, must-include phrases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gates in CI/CD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that blocks bad releases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LLM quality gate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or model change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checks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tests on every push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eval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vs thresholds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main branch baseline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the pipeline on regressions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ideas as Day 18, with quality metrics as the tests.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versioned golden dataset, write PyTest regression tests for two prompt versions, compute context precision and recall, implement BLEU and see where it misleads, then wire a quality gate script that returns a failing exit code.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gate fail once on purpose to prove it works.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representative, versioned, maintained.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change runs against the golden set.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for noise, recall for missing evidence.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metric for the task; thresholds in CI.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week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30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30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31 pre-read on running AI in production.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on Monday for Day 31: LLMOps introduction and FDE skills 4.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Yoi shuumatsu wo (良い週末を): Have a great weekend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30: LLM Evaluation and QA</dc:title>
  <dc:subject>PptxGenJS Presentation</dc:subject>
  <dc:creator>Ahmed</dc:creator>
  <cp:lastModifiedBy>Ahmed</cp:lastModifiedBy>
  <cp:revision>1</cp:revision>
  <dcterms:created xsi:type="dcterms:W3CDTF">2026-10-03T10:20:45Z</dcterms:created>
  <dcterms:modified xsi:type="dcterms:W3CDTF">2026-10-03T10:20:45Z</dcterms:modified>
</cp:coreProperties>
</file>