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  |  GenAI System Evaluation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System Evaluation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and faithfulness metrics, RAG evaluation, and bias and hallucination analysis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28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evaluate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looks good" is not a measurement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metrics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generation, separately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claim supported?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judge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Useful, with known biases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hallucination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measuring failures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questions with expected answers and sources.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RAG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retrieval hit rate, relevance and faithfulness.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judges wisely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rubric-based LLM judges and check their bias.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failures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errors and test for bias and hallucination.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evaluate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demos to decisions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Vibe checks and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check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five questions, looks fine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break things silently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based on opinions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set of realistic questions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you can track over time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based on evidence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Hakaru (測る): To measure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evaluation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expected answers, 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 answers every question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and judges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and read the failures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run again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RAG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retrieval and generation separately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RAG metrics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Question it answers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Part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 @k / MRR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we retrieve the right chunk, and how high?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relevance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retrieved text about the question?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every claim in the answer supported by the context?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relevance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answer address the question asked?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match the expected answer?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to 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such as Ragas implement these; today we build simple versions to understand them.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separate the two parts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failure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chunk never retrieved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chunking, hybrid search, re-ranking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never had a chance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failure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chunk retrieved, answer still wrong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prompt, model, grounding rules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model added unsupported claims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Faithfulness and hallucination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needs evidence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faithfulness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answer into claims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against the context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supported / total claims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claims are hallucinations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086204"/>
          </a:xfrm>
          <a:prstGeom prst="roundRect">
            <a:avLst>
              <a:gd name="adj" fmla="val 350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811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faithfulness(answer, context):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claims = split_sentences(answer)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 = [c for c in claims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if supported(c, context)]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len(ok) / max(1, len(claims))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supported(): an LLM judge ("Is this claim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supported by the context? yes/no") or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simpler overlap check offline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hallucination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Unsupported addition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"and a free gym" that no document mentions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Says 12 days of leave when the policy says 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source mixing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Tokyo and Bengaluru rules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Fabricated citation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Cites [c7] for a claim that c7 does not contain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as judge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evaluation, carefully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judges reliable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rubric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each score with examples: 1 = wrong, 3 = partly, 5 = fully correct.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criterion per call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faithfulness and tone separately.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reasons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first, then score, so you can audit.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judge scores with human labels on a sample.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judge biases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Bias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Position bias (prefers first option)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order and average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Verbosity bias (prefers longer answers)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rewards correctness, not length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Self-preference (prefers its own style)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a different model as judge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Leniency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failing examples in the rubric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analysis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quality differ across people?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bias checks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that is 90% accurate overall but 60% for Japanese questions is not ready for Japanese users.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names, genders or cities; compare outputs.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metrics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accuracy per language, region or user group.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eval set cover all user groups fairly?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 evaluation set for the policy assistant, score retrieval, faithfulness and relevance, plant a hallucinating generator to see the metrics catch it, and slice results by language and topic.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at least ten failures yourself. Metrics point; reading explains.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dataset, metrics, error analysis, repeat.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retrieval and generation separately.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claims / all claims. Catches hallucinations.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and bias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Rubrics, calibration, swaps; slice by group.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29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29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30 pre-read on quality gates.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30: LLM evaluation and QA.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29: GenAI System Evaluation</dc:title>
  <dc:subject>PptxGenJS Presentation</dc:subject>
  <dc:creator>Ahmed</dc:creator>
  <cp:lastModifiedBy>Ahmed</cp:lastModifiedBy>
  <cp:revision>1</cp:revision>
  <dcterms:created xsi:type="dcterms:W3CDTF">2026-10-03T10:20:44Z</dcterms:created>
  <dcterms:modified xsi:type="dcterms:W3CDTF">2026-10-03T10:20:44Z</dcterms:modified>
</cp:coreProperties>
</file>