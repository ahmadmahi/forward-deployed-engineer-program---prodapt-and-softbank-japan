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 |  GenAI Intro and Prompt Engineering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Intro and Prompt Engineering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LLM architectures, mixture of experts, and prompting with CoT, ReAct and Tree of Thought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20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GenAI 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next-token prediction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and attention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architectures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Encoder, decoder, MoE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few-shot, CoT, ReAct, ToT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and milestone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LLMs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tokens, next-token prediction and context windows.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attention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transformers relate words to each other.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architectures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Encoder-only, decoder-only, encoder-decoder and MoE.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strong prompts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prompts and use CoT, ReAct and Tree of Thought.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generative AI 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good next-word prediction, at enormous scale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LLM answers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 into tokens (word pieces)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becomes a vector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attention mix in context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for the next token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and predict again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generates one token at a time. Everything else is built on this loop.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you will hear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piece of text, roughly 3 to 4 characters of English on average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tokens the model can see at once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learned numbers inside the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Randomness: low is focused, high is creative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 but false 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behind modern LLMs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big ideas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become vectors; similar meanings sit close together.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looks at every other token and decides what matters.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layers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attention layers build richer understanding step by step.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Chuui (注意): Attention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in one formula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each token is looking for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what each token offers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V: the information passed along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turns scores into weights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58364"/>
          </a:xfrm>
          <a:prstGeom prst="roundRect">
            <a:avLst>
              <a:gd name="adj" fmla="val 297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8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attention(Q, K, V):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Q.shape[-1]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= Q @ K.T / np.sqrt(d)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np.exp(scores)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w / w.sum(axis=1, keepdims=True)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 @ V, 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"The bank of the river": attention helps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"bank" look at "river", not "money".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families of transformer models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Good at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Understanding: classify, embed, search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BERT-style models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Decoder-only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Generating text and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GPT, Claude, Llama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Encoder-decoder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Transforming input to 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T5-style translation models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chat assistants today are decoder-only.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and mixture of experts (MoE)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model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works on every token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predictable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size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experts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expert sub-networks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picks a few per token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capacity, lower cost per token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several frontier models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instructions get better results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strong prompt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model should act 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to do, with a verb.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 and data it needs.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answer: JSON, table, bullet count.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samples of good output.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tone, what to avoid, what to say when unsure.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and few-shot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only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 write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common tasks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plus examples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format and edge cases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 outputs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few-shot prompt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show the exact format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tricky case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where the answer should start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one word to make parsing easy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the ticket as billing, technical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other. Reply with one word.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Ticket: "I was charged twice."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Label: billing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Ticket: "App crashes on login."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Label: technical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Ticket: "Do you have an office in Pune?"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Label: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Reasoning-style prompting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Idea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of Thought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steps before the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Maths, logic, multi-step questions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Alternate thought, action (tool), observation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needing tools or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of Thought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several paths, evaluate, pick the best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and open problems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newer models reason internally. Still ask for clear steps when you need to check the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ReAct: reasoning plus acting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which tool to call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the tool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goes back as an observation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a final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253435"/>
          </a:xfrm>
          <a:prstGeom prst="roundRect">
            <a:avLst>
              <a:gd name="adj" fmla="val 224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97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What is 18% GST on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of item P-100?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I need the price first.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lookup_price["P-100"]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2499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Now compute 18% of 2499.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calculator["2499 * 0.18"]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449.82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The GST is 449.82.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Assessment: MCQ and milestone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MCQs on Weeks 3 and 4, and a milestone check on your project: a deployed or deployable full stack app with tests and a pipeline.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repository link and be ready to demo one feature.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kudasai (頑張ってください): Please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token, one at a time, from context.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attention + many layers.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for chat; MoE routes tokens to experts.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task, context, format, examples. CoT, ReAct, ToT for reasoning.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21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21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22 pre-read on giving AI the right information.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22: context engineering and RAG.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21: GenAI Intro and Prompt Engineering</dc:title>
  <dc:subject>PptxGenJS Presentation</dc:subject>
  <dc:creator>Ahmed</dc:creator>
  <cp:lastModifiedBy>Ahmed</cp:lastModifiedBy>
  <cp:revision>1</cp:revision>
  <dcterms:created xsi:type="dcterms:W3CDTF">2026-10-03T10:20:39Z</dcterms:created>
  <dcterms:modified xsi:type="dcterms:W3CDTF">2026-10-03T10:20:39Z</dcterms:modified>
</cp:coreProperties>
</file>