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23  |  RAG, Embeddings and Vector DBs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RAG, Embeddings and Vector DBs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generation, embeddings, approximate nearest neighbour search, hybrid search and re-ranking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22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as numbers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and searching vectors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search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millions of chunks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and meaning together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best chunk first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embeddings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text and compare it with cosine similarity.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vector store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indexes, metadata filters and trade-offs.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search methods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BM25 and vector results with reciprocal rank fusion.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answers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Re-rank, then generate cited answers that admit gaps.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as coordinates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embedding 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leave days do I get?" lands near "Employees receive 18 days of paid leave".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becomes a list of hundreds or thousands of numbers.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as distance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 means nearby vectors, even with different words.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one space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only vectors made by the same embedding model.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 (意味): Meaning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angle between two vectors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means same direction, 0 unrelated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unit vectors it is just a dot product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of semantic search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72284"/>
          </a:xfrm>
          <a:prstGeom prst="roundRect">
            <a:avLst>
              <a:gd name="adj" fmla="val 321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cosine(a, b):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@ b / (np.linalg.norm(a)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* np.linalg.norm(b))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embed("How much paid leave?")[0]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embed(chunk_texts)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docs @ q            # unit vectors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 np.argsort(scores)[::-1][:3]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millions of vectors in milliseconds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vector database adds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Indexes for fast search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need to compare against every vector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storage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doc name, section, date, permissions with each vector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"Only HR documents for the Tokyo office"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and deletes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index in sync with changing documents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and persistence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Millions of vectors, saved to disk, served to many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include FAISS (library), Chroma, pgvector, Qdrant, Pinecone and Azure AI Search.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and approximate search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(flat)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query with every vector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recall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at large scale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(ANN)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(HNSW) or clusters (IVF)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only promising regions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faster, recall slightly below 100%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for speed vs recall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 in practice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IndexFlatIP: exact inner product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IndexHNSWFlat: fast approximate graph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vectors, search() a query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recall of ANN against exact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faiss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vecs.shape[1]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faiss.IndexFlatIP(d)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flat.add(vecs)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= faiss.IndexHNSWFlat(d, 32,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faiss.METRIC_INNER_PRODUCT)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hnsw.add(vecs)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D, I = hnsw.search(q.reshape(1, -1), 5)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Hayai (速い): Fast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and meaning, together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and semantic search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(BM25)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terms: product codes, names, error codes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needed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synonyms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(vectors)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paraphrases and synonyms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miss rare exact terms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embedding model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rank fusion (RRF)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 returns a ranked list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sum of 1 / (k + rank)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high in both lists win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calibrate raw scores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900123"/>
          </a:xfrm>
          <a:prstGeom prst="roundRect">
            <a:avLst>
              <a:gd name="adj" fmla="val 3850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62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rrf(rankings, k=60):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ranking in rankings: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r, d in enumerate(ranking, 1):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s[d] = s.get(d, 0) + 1 / (k + 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sorted(s, key=s.get, reverse=True)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rrf([bm25_ids, vector_ids])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Re-ranking and grounded generation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evidence first, then an honest answer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 retrieval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wide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to 50 from hybrid search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or LLM scores each pair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to 5 chunks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 with citations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supported? Else "I don't know"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Re-ranker options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Option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How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Trade-off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Cross-encoder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query and chunk together, outputs a 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Accurate, needs a model, slower than vectors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as re-ranker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the model to score relevance 0 to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costs tokens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re-rank APIs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query and candidates, get scores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Easy, external dependency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 yesterday's policy assistant: FAISS vector index, BM25 keyword search, RRF fusion, a re-ranking step and grounded answers with citations. Then compare retrieval quality for each stage.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do not guess: hit rate at k for a small set of test questions.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as vectors; compare with cosine similarity.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Indexes, metadata, filters, updates, scale.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for exact terms + vectors for meaning, fused with RRF.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+ ground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chunks first; cite or say "I don't know".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23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23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24 pre-read on influence and AI frameworks.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24: FDE skills 3a and LLM orchestration.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23: RAG, Embeddings and Vector DBs</dc:title>
  <dc:subject>PptxGenJS Presentation</dc:subject>
  <dc:creator>Ahmed</dc:creator>
  <cp:lastModifiedBy>Ahmed</cp:lastModifiedBy>
  <cp:revision>1</cp:revision>
  <dcterms:created xsi:type="dcterms:W3CDTF">2026-10-03T10:20:41Z</dcterms:created>
  <dcterms:modified xsi:type="dcterms:W3CDTF">2026-10-03T10:20:41Z</dcterms:modified>
</cp:coreProperties>
</file>