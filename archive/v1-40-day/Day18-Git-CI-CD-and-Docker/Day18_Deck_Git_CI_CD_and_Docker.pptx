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|  Git, CI/CD and Docker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Git, CI/CD and Docker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Repos, Azure Pipelines YAML, build and test automation, and Dockerfiles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essentials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branches, merges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Repos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 and pull requests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YAML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jobs and steps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 app with everything it needs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images in CI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daily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branch, merge and resolve a simple conflict.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Azure Repos and open a pull request.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multi-stage Azure Pipelines YAML.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Dockerfile and build and run an image.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essentials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machine for your code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places your code lives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folder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edit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add: chosen changes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commit: saved snapshot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push: shared with the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 you will use every day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 and what is staged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file / git add 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changes for the next commit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 -m "message"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 snapshot with a message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switch -c feature/x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move to a new branch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 / git push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or send commits to the remote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 --oneline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history of commits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for a team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on main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Half-finished work breaks others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review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releases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always works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task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to merge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CI before merge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Kyouryoku (協力): Cooperation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and conflicts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brings a branch's commits into main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Conflict: both sides changed the same lines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marks both versions in the file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Choose, delete markers, add, commit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50438"/>
          </a:xfrm>
          <a:prstGeom prst="roundRect">
            <a:avLst>
              <a:gd name="adj" fmla="val 239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76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feature/greeting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CONFLICT in app.py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 = "Hello"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 = "Konnichiwa"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feature/greeting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to the final version, then: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app.py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"Resolve greeting conflict"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Repos and pull requests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as a team habit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pull request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feature/add-filter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-u origin feature/add-filter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and why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runs, reviewers comment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into main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policies on main can require a green build and at least one reviewer.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pull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PR. Easier to review, faster to merge.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why, and how to test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passes before you ask for review.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reviews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code, not people. Suggest, do not command.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Pipelines YAML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jobs and steps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building blocks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Contains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more stages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azure-pipelines.yml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Jobs; can depend on other stages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Test, Deploy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that run on one agent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script or a task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-q, Docker@2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run in order by default; a failed stage stops the ones after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multi-stage pipeline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stage runs lint and tests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stage depends on Test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limits image builds to main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shows separately in the UI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118104"/>
          </a:xfrm>
          <a:prstGeom prst="roundRect">
            <a:avLst>
              <a:gd name="adj" fmla="val 234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stage: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job: unit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script: 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script: pytest -q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stage: Docker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dependsOn: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eq(variables['Build.SourceBranch'],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'refs/heads/main')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job: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script: docker build -t tasks-api 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my machine, and on every machine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and with containers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laptop" problems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Python versions per server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setup documents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Docker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runtime + libraries in one image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everywhere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seconds with one command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vocabulary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Analogy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to build an 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recipe card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package built from the recipe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frozen meal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running instance of an 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meal being eaten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for images (ACR, Docker Hub)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freezer shop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Dockerfile for FastAPI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small official base image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requirements first for caching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copy the code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starts the server on port 8000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app/ ./app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["uvicorn", "app.main:app",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"--host", "0.0.0.0", "--port", "8000"]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Junbi (準備): Preparation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run, inspect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creates an image from the Dockerfile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maps laptop port to container port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ps help debugging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keeps images small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390699"/>
          </a:xfrm>
          <a:prstGeom prst="roundRect">
            <a:avLst>
              <a:gd name="adj" fmla="val 3060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1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tasks-api:1.0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8000:8000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tasks tasks-api:1.0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tasks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http://localhost:8000/health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tasks &amp;&amp; docker rm tasks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your Task API in Git with a feature branch and a pull request, add a multi-stage pipeline, and write a Dockerfile you build and run locally.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 and often, with messages that explain why.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commit, branch, merge. Resolve conflicts calmly.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explained, green, kindly reviewed.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jobs, steps. Conditions and dependencies.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builds an image; containers run it anywhere.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18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18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19 pre-read on deploying to Azure.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19: containers and Azure deployment.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18: Git, CI/CD and Docker</dc:title>
  <dc:subject>PptxGenJS Presentation</dc:subject>
  <dc:creator>Ahmed</dc:creator>
  <cp:lastModifiedBy>Ahmed</cp:lastModifiedBy>
  <cp:revision>1</cp:revision>
  <dcterms:created xsi:type="dcterms:W3CDTF">2026-10-03T06:55:30Z</dcterms:created>
  <dcterms:modified xsi:type="dcterms:W3CDTF">2026-10-03T06:55:30Z</dcterms:modified>
</cp:coreProperties>
</file>