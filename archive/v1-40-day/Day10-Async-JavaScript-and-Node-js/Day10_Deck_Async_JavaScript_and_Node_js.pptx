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 |  Async JavaScript and Node.js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JavaScript and Node.js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Promises, async/await, npm, Express CRUD APIs and testing with Postman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thinking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JavaScript never waits around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arrives later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code that reads like normal code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and Express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and a web server in Node.js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any API without writing a client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event loop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why Node.js handles many requests at once.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promises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chain and combine promises; handle errors.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Express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CRUD API with routes, middleware and status codes.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Postman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requests, save collections and check responses.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asynchronously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 useful while you wait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coffee shop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(synchronous)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takes one order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at the machine until it is done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customer waits the whole time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(asynchronous)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takes an order, starts the machine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next order meanwhile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your name when it is ready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Kissaten (喫茶店): Coffee shop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Node.js event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current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work (disk, network, timers) goes to the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running other code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work finishes, its callback is queued and run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thread, never idle: this is why Node.js handles thousands of connections.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execution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code runs first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 schedules for later, even at 0 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callback runs when the stack is clear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 before running 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253435"/>
          </a:xfrm>
          <a:prstGeom prst="roundRect">
            <a:avLst>
              <a:gd name="adj" fmla="val 224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97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console.log("1: order taken");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console.log("3: coffee ready");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console.log("2: next customer");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order taken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next customer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coffee ready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receipt for a value that will arrive later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states of a promise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Coffee shop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pending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working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order is being made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fulfilled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with a 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Coffee handed over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rejected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with an error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"Sorry, we ran out of milk"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settles once: fulfilled or rejected, never both.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using a promise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resolve(value) on success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reject(error) on failure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 handles the value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.catch handles any error in the chain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makeCoffee(type)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Promise((resolve, reject)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(type === "latte") resolve("Latte!");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 reject(new Error("Unknown drink"));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500);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makeCoffee("latte")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.then(msg =&gt; console.log(msg))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console.log(err.message));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and await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that read like a recipe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/ await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functions always return a promise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pauses this function, not the program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handles rejections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Python's async def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serve()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 = await makeCoffee("latte");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console.log(a);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 = await makeCoffee("tea");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console.log(b);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console.log("Problem:", err.message);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serve();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things in parallel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one by one adds the times together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runs them together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fast if any one rejects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allSettled reports every result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Sequential: about 1000 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makeCoffee("latte");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makeCoffee("latte");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Parallel: about 500 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drinks = await Promise.all([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makeCoffee("latte"),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makeCoffee("latte"),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console.log(drinks.length);   //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fetch: calling APIs from JavaScript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returns a promise of a Response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response.ok for 2xx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is also a promise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browsers and Node.js 18+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086204"/>
          </a:xfrm>
          <a:prstGeom prst="roundRect">
            <a:avLst>
              <a:gd name="adj" fmla="val 350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11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loadTasks()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"http://localhost:3000/tasks");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Error(`HTTP ${res.status}`);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tasks = await res.json();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console.log(tasks.length, "tasks");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and Express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server in a few lines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essentials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Command or file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init -y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package.json for a new 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 express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package to node_modules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package.json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name, scripts and dependencies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node_modules/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 packages: never commit to Git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run 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script defined in package.json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is to Node.js what pip is to Python.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Express server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express() creates the app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 parses JSON bodies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app.get / post / put / delete define routes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res.status().json() sends a response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require("express");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app.get("/health",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status: "ok"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app.listen(3000, () =&gt;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console.log("Listening on port 3000"));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routes in Express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req.params holds path parameters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req.query holds query parameters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 holds the JSON body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201, 204 and 404 like FastAPI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050438"/>
          </a:xfrm>
          <a:prstGeom prst="roundRect">
            <a:avLst>
              <a:gd name="adj" fmla="val 239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776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tasks = [];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nextId =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app.post("/tasks",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(!req.body.title)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res.status(400).json(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error: "title is required"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task = { id: nextId++,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req.body.title, done: false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tasks.push(task);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res.status(201).json(task);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and Express side by side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@app.get("/tasks/{id}")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with Pydantic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/docs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Depends() for shared logic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(Node.js)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app.get("/tasks/:id", ...)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manually or with a library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added with extra tools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with app.use()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Postman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send, inspect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Postman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method, enter URL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tab, raw, JSON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status, time and JSON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a collection to reuse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environment variable {{baseUrl}} so the same collection works locally and in the cloud.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Tasks API with Express: full CRUD, a logging middleware and proper status codes. Then test it with Postman and with an async JavaScript client.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Postman collection generated in today's notebook to save time.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never blocks; slow work finishes in the background.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fulfilled, rejected. Chain with then and catch.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async code. Promise.all for parallel work.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express.json(), status codes. Test with Postman.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Monday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quiz on today, then an assessment (MCQ and coding).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10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10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11 pre-read on building screens with React.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on Monday for Day 11: React basics.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Yoi shuumatsu wo (良い週末を): Have a great weekend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10: Async JavaScript and Node.js</dc:title>
  <dc:subject>PptxGenJS Presentation</dc:subject>
  <dc:creator>Ahmed</dc:creator>
  <cp:lastModifiedBy>Ahmed</cp:lastModifiedBy>
  <cp:revision>1</cp:revision>
  <dcterms:created xsi:type="dcterms:W3CDTF">2026-10-03T06:21:05Z</dcterms:created>
  <dcterms:modified xsi:type="dcterms:W3CDTF">2026-10-03T06:21:05Z</dcterms:modified>
</cp:coreProperties>
</file>