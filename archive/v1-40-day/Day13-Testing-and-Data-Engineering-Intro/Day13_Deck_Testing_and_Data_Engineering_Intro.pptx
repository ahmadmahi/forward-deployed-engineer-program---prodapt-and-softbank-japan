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 |  Testing and Data Engineering Intro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Data Engineering Intro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React testing, the data lifecycle, ETL vs ELT and data ingestion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to change code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fixtures and parametrize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testing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the user sees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lifecycle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decisions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ETL, ELT, ingestion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data reliably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PyTest tests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asserts, fixtures and parametrize; test FastAPI.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front end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unit and component tests for React.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data flow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data lifecycle stages.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mini pipeline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transform and load data with pandas and SQLite.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with PyTest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your code works, every time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testing pyramid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(many)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at a time. Fast, run on every save.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(some)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working together: API + database.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 (few)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app through the browser. Slow but realistic.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Anshin (安心): Peace of mind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PyTest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named test_*.py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named test_*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assert statements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with: pytest -q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118104"/>
          </a:xfrm>
          <a:prstGeom prst="roundRect">
            <a:avLst>
              <a:gd name="adj" fmla="val 234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pricing.py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with_gst(amount, rate=18):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amount &lt; 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ValueError("negative")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round(amount * (1 + rate / 100),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test_pricing.py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pricing import with_gst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test_default_rate():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with_gst(100) == 118.0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test_negative_raises():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pytest.raises(ValueError):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with_gst(-1)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parametrize and fixtures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parametrize runs one test with many inputs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fixture prepares shared test data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ask for fixtures by name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FastAPI Depends()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779776"/>
          </a:xfrm>
          <a:prstGeom prst="roundRect">
            <a:avLst>
              <a:gd name="adj" fmla="val 263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@pytest.mark.parametrize("amt, rate, out",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(100, 18, 118.0),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(100, 5, 105.0),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(0, 18, 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test_rates(amt, rate, out):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with_gst(amt, rate) == 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@pytest.fixture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cart():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[{"price": 100}, {"price": 50}]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test_cart_total(cart):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sum(i["price"] for i in cart) == 150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 FastAPI app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TestClient calls the app directly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fixture gives every test a client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 codes and JSON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unhappy paths too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948940"/>
          </a:xfrm>
          <a:prstGeom prst="roundRect">
            <a:avLst>
              <a:gd name="adj" fmla="val 2481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fastapi.testclient import TestClient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main import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@pytest.fixture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client():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TestClient(app)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test_create_task(client):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client.post("/tasks", json={"title": "x"})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r.status_code == 201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r.json()["done"] is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test_missing_task(client):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client.get("/tasks/999")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r.status_code == 404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React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the user sees, not the internals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levels of front end tests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(plain JS)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functions: formatPrice, filters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no browser needed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--test or Vitest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tests (RTL)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 component in a fake DOM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elements like a user would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type, then check the screen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Testing Library with Vitest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component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finds elements by role or text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userEvent simulates real clicks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what the user should see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10612"/>
          </a:xfrm>
          <a:prstGeom prst="roundRect">
            <a:avLst>
              <a:gd name="adj" fmla="val 280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render, screen } 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"@testing-library/react";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userEvent 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"@testing-library/user-event";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Counter from "./Counter";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test("increments on click",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render(&lt;Counter /&gt;);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userEvent.click(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screen.getByRole("button", { name: "+1"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expect(screen.getByText("Count: 1"))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.toBeInTheDocument();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lifecycle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comes from and where it goes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decisions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sensors, forms, logs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into one place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or warehouse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join, aggregate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APIs, ML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 build and run the pipes between these stages.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 with data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Main focus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Typical output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pipelines and storage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tables on schedule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Answering business questions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and dashboards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scientist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Predictions and experiments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and insights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Solving one customer's problem end to 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solution in their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ETL, ELT and ingestion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data without losing it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and ELT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Transform, then Load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before storing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when storage is expensive or rules are strict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warehouses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Load raw, then Transform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inside the warehouse with SQL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raw data for replays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platforms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tiny ETL with pandas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from CSV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Transform: clean, fix types, dedupe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a database table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small testable function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118104"/>
          </a:xfrm>
          <a:prstGeom prst="roundRect">
            <a:avLst>
              <a:gd name="adj" fmla="val 234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sqlite3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extract(path):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pd.read_csv(path)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transform(df):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df.drop_duplicates("order_id")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df["amount"] = pd.to_numeric(df["amount"],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errors="coerce")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df.dropna(subset=["amount"])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load(df, conn):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df.to_sql("orders", conn, if_exists="replace")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load(transform(extract("orders.csv")),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sqlite3.connect("shop.db"))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patterns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How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full load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everything each run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rows newer than last run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tables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events as they arrive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needs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pull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an API on a schedule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data sources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pipelines idempotent: running twice must not create duplicates.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PyTest tests for your Task API, a node --test file for a JavaScript helper, then build and test a small ETL pipeline from messy CSV and JSON into SQLite.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test first for at least one function today. Notice how it shapes your code.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assert, fixtures, parametrize, TestClient for APIs.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tests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behaviour the user sees with Testing Library.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ingest, store, process, serve.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 ELT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before or after loading. Make every run idempotent.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13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13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14 pre-read on big data and Spark.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14: data pipelines and Spark.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13: Testing and Data Engineering Intro</dc:title>
  <dc:subject>PptxGenJS Presentation</dc:subject>
  <dc:creator>Ahmed</dc:creator>
  <cp:lastModifiedBy>Ahmed</cp:lastModifiedBy>
  <cp:revision>1</cp:revision>
  <dcterms:created xsi:type="dcterms:W3CDTF">2026-10-03T06:55:27Z</dcterms:created>
  <dcterms:modified xsi:type="dcterms:W3CDTF">2026-10-03T06:55:27Z</dcterms:modified>
</cp:coreProperties>
</file>