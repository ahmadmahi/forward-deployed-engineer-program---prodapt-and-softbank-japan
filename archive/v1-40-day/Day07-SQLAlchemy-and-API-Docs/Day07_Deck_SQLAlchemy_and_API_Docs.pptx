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|  SQLAlchemy and API 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 and API Docs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relationships, transactions, and Swagger / OpenAPI documentation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types and constraints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and many-to-many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 nothing changes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docs at /docs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behind the docs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tables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types, constraints, defaults and foreign keys.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one-to-many and many-to-many relationships.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consistent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commit and rollback to keep data correct.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APIs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 Swagger docs from your OpenAPI schema.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and constraints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the database enforces for you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column options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Option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primary_key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 for each row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id: Mapped[int]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unique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two rows share the 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unique=True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nullable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value may be empty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Mapped[str | None]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used when none is given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default=0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to a row in another 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ForeignKey("authors.id")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a safety net: even buggy code cannot save invalid rows.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tables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relationship shapes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how many of B can one A have, and how many of A can one B have?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has one profile.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 writes many books; a book has one author.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 has many tags; a tag is on many books.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One-to-many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ForeignKey lives on the "many" side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relationship() gives Python navigation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back_populates links both directions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author.books and book.author just 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118104"/>
          </a:xfrm>
          <a:prstGeom prst="roundRect">
            <a:avLst>
              <a:gd name="adj" fmla="val 234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Author(Base):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__tablename__ = "authors"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Mapped[int] = mapped_column(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primary_key=True)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Mapped[str]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books: Mapped[list["Book"]] = relationship(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back_populates="author")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Book(Base):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__tablename__ = "books"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Mapped[int] = mapped_column(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primary_key=True)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author_id: Mapped[int] = mapped_column(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ForeignKey("authors.id"))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author: Mapped[Author] = relationship(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back_populates="books")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Many-to-many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link (association) table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holds pairs of ids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secondary= tells SQLAlchemy to use it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to the list to link rows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book_tags = Table("book_tags", Base.metadata,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Column("book_id", ForeignKey("books.id"),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primary_key=True),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Column("tag_id", ForeignKey("tags.id"),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primary_key=True))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Tag(Base):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__tablename__ = "tags"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Mapped[int] = mapped_column(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primary_key=True)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Mapped[str] = mapped_column(unique=True)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Book: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tags = relationship(secondary=book_tags)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relationships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objects and link them in Python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 saves the whole graph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with dot notation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joins for simple cases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103120"/>
          </a:xfrm>
          <a:prstGeom prst="roundRect">
            <a:avLst>
              <a:gd name="adj" fmla="val 347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Session(engine) as 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ito = Author(name="Ito")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Book(title="Tokyo Nights", author=ito)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b.tags.append(Tag(name="fiction"))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s.add(b)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s.commit()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print(ito.books[0].title)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print(b.author.name)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print([t.name for t in b.tags])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Tsunagari (繋がり): Connection. Data linked together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 nothing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money transfer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transaction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500 from account 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500 to account 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or rollback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happen, or neither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credit fails after the debit, rollback puts the money back.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 in plain words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Letter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steps happen or none 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and constraints always hold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transactions do not mix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committed, it survives crashes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and rollback in code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whole unit of work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only at the end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on any error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session.begin() does this for you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Session(engine) as 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= s.get(Account,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 = s.get(Account,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a.balance &lt; 500: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ValueError("Low balance")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a.balance -= 500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b.balance += 500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s.commit()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s.rollback()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 and OpenAPI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that writes itself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OpenAPI and Swagger UI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JSON description of your API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paths, parameters, models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serves it at /openapi.json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generate clients from 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and ReDoc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at /docs: try requests live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 at /redoc: clean reading view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read the same OpenAPI file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 sync with your code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docs genuinely useful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version and description on the app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description per endpoint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group related routes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examples show sample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title="Library API",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version="1.2.0",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description="Books, authors and tags.")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@app.get("/books/{bid}", tags=["Books"],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summary="Get one book",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responses={404: {"description":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"Book not found"}})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get_book(bid: int):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"""Returns a book with author and tags."""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the Library API with authors and tags, a safe transaction for bulk imports, and documentation a new teammate could use without asking you.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/docs and read it as if you had never seen the code.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and constraints protect your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ForeignKey + relationship(); link tables for many-to-many.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together or roll back together.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is generated; you add summaries, tags and examples.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7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7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8 pre-read on security and access.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8: dependency injection, middleware and security.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7: SQLAlchemy and API Docs</dc:title>
  <dc:subject>PptxGenJS Presentation</dc:subject>
  <dc:creator>Ahmed</dc:creator>
  <cp:lastModifiedBy>Ahmed</cp:lastModifiedBy>
  <cp:revision>1</cp:revision>
  <dcterms:created xsi:type="dcterms:W3CDTF">2026-10-03T06:21:03Z</dcterms:created>
  <dcterms:modified xsi:type="dcterms:W3CDTF">2026-10-03T06:21:03Z</dcterms:modified>
</cp:coreProperties>
</file>