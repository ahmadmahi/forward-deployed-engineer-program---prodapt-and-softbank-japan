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|  Architecture and MongoDB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and MongoDB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with Matplotlib, client server and API architecture, NoSQL, BSON and MongoDB CRUD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numbers into charts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and server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apps talk over a network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architecture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Layers, contracts and JSON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everything is a table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BSON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MongoDB stores documents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CRUD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line, bar and pie charts with Matplotlib.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architecture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clients, servers, APIs and layers.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database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SQL and NoSQL for a use case.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MongoDB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find, update and delete documents with PyMongo.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picture is worth a thousand rows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chart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matplotlib.pyplot as plt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plot() for lines, bar() for bars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a title and axis labels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show() displays, savefig() saves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10612"/>
          </a:xfrm>
          <a:prstGeom prst="roundRect">
            <a:avLst>
              <a:gd name="adj" fmla="val 280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36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 = ["Jan", "Feb", "Mar", "Apr"]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= [120, 150, 90, 180]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plt.plot(months, sales, marker="o")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plt.title("Monthly sales")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plt.xlabel("Month")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plt.ylabel("Units")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plt.show()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right chart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01168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Question you are asking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Chart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does it change over time?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plt.plot()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do categories compare?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plt.bar()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is it spread out?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plt.hist()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there a relationship?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plt.scatter()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share does each part have?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(few parts)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plt.pie()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charts answer one question clearly.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server and API architecture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modern apps are wired together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request's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or mobile app sends a request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 over HTTP to an address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code runs the business logic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read or saved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response travels back the same way, usually as JSON.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restaurant analogy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= client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what they want from the menu.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= API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order, follows the rules, brings back the result.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= server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real work out of sight.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Pantry = database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ingredients, the data, are stored.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Irasshaimase (いらっしゃいませ): Welcome! (said to customers)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Monolith and layered APIs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one file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logic and data access mixed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test and change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bug can affect everything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architecture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receive requests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business rules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Repositories: talk to the database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is replaceable and testable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NoSQL and MongoDB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data as documents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and NoSQL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(relational)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with fixed columns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via joins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structure up front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PostgreSQL, MySQL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(document)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JSON-like documents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data often nested together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can evolve over time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MongoDB, Firestore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vocabulary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3474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SQL world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MongoDB world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{"name": "Pen"}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_id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ObjectId(...)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and BSON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documents like JSON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them as BSON (Binary JSON)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BSON adds types: dates, ObjectId, decimals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gets a unique _id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035454"/>
          </a:xfrm>
          <a:prstGeom prst="roundRect">
            <a:avLst>
              <a:gd name="adj" fmla="val 3594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761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"_id": ObjectId("665f1c..."),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"Mechanical Keyboard",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"price": 3499,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"tags": ["electronics", "office"],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"stock": {"bengaluru": 12, "tokyo": 4},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"added": ISODate("2026-10-29")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 with PyMongo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update, delete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and create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MongoClient connects to the server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 and collections appear on first insert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insert_one for one, insert_many for many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tells you the new _id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272284"/>
          </a:xfrm>
          <a:prstGeom prst="roundRect">
            <a:avLst>
              <a:gd name="adj" fmla="val 3219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pymongo import MongoClient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MongoClient("mongodb://localhost:27017")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= client["shop"]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 = db["products"]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products.insert_one({"name": "Pen", "price": 20})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products.insert_many([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"Book", "price": 350},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"Bag", "price": 1200},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with filters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find_one returns the first match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returns all matches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Operators: $gt, $lt, $in, $regex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picks which fields come back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764792"/>
          </a:xfrm>
          <a:prstGeom prst="roundRect">
            <a:avLst>
              <a:gd name="adj" fmla="val 414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products.find_one({"name": "Pen"})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cheap = products.find({"price": {"$lt": 500}})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 in cheap: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print(p["name"], p["price"])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products.find({}, {"_id": 0, "name": 1})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products.count_documents({"price": {"$gt": 100}})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and delete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update_one / update_many need a filter and an operator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$set changes fields, $inc adds to numbers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delete_one / delete_many remove documents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test your filter with find first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1764792"/>
          </a:xfrm>
          <a:prstGeom prst="roundRect">
            <a:avLst>
              <a:gd name="adj" fmla="val 414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products.update_one(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{"name": "Pen"},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{"$set": {"price": 25}}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products.update_many({}, {"$inc": {"price": 10}})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products.delete_one({"name": "Bag"})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print(products.count_documents({}))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Chuui (注意): Caution. delete_many({}) deletes everything!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product catalogue: store products in MongoDB, query them with filters, update prices, and chart the price per category with Matplotlib.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Colab we use mongomock, a practice MongoDB that runs in memory. The same code works with a real MongoDB.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chart that answers your question. Label everything.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API, server, database. Layers keep code clean.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flexible JSON-like records stored as BSON.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find, update with $set, delete. Test filters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quiz on today, then a 2 hour assessment on Week 1.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4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4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5 pre-read on how the web talks.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5: REST APIs, HTTP and FastAPI.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4: Architecture and MongoDB</dc:title>
  <dc:subject>PptxGenJS Presentation</dc:subject>
  <dc:creator>Ahmed</dc:creator>
  <cp:lastModifiedBy>Ahmed</cp:lastModifiedBy>
  <cp:revision>1</cp:revision>
  <dcterms:created xsi:type="dcterms:W3CDTF">2026-10-03T06:21:02Z</dcterms:created>
  <dcterms:modified xsi:type="dcterms:W3CDTF">2026-10-03T06:21:02Z</dcterms:modified>
</cp:coreProperties>
</file>