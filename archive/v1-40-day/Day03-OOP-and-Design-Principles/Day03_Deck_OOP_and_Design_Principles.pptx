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 |  OOP and Design Principles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B5D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linkedin.com/in/ahmed-al-imaad" TargetMode="Externa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03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OOP and Design Principles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Classes, inheritance, exceptions, SOLID, NumPy, modules, decorators and generators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96112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52144" y="329184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416052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Ahmed</a:t>
            </a:r>
            <a:endParaRPr lang="en-US" sz="1300" dirty="0"/>
          </a:p>
          <a:p>
            <a:pPr indent="0" marL="0">
              <a:buNone/>
            </a:pPr>
            <a:r>
              <a:rPr lang="en-US" sz="1300" u="sng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journey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Blueprints and objects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2766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624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and extend behaviour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96000" y="105156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781800" y="123444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278880" y="170992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gracefully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habits of clean design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32766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594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4594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39624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and NumPy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34594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 code, crunch numbers fast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096000" y="2743200"/>
            <a:ext cx="25908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788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788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781800" y="292608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Decorators and generators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278880" y="3401568"/>
            <a:ext cx="222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behaviour, stream data lazily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Ohayou gozaimasu (おはようございます): Good morning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 the end of today you can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with classes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classes with attributes, methods and __init__.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 with inheritance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a base class and override methods.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 safely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try, except, else, finally and custom exceptions.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pro Python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modules, NumPy, decorators and generators.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Classes and objects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Bundling data and behaviour together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Blueprint and building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(blueprint)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Describes what something has and does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once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Car with brand and drive()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(building)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thing made from the blueprint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as many as you need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my_car = Car("Toyota")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class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defines the blueprint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runs when an object is created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means "this object"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are functions inside a class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44445"/>
          </a:xfrm>
          <a:prstGeom prst="roundRect">
            <a:avLst>
              <a:gd name="adj" fmla="val 276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7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BankAccount: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owner, balance=0):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self.owner = owner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self.balance = balance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deposit(self, amount):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self.balance += amount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self.balance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 = BankAccount("Hana", 500)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print(acc.deposit(250))   # 750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pillars of OOP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Encapsulation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data and the methods that change it together.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Abstraction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what an object does, hide how it does it.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new classes on top of existing ones.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method name, different behaviour per class.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Inheritance and overriding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class inherits everything from the parent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super() calls the parent's version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a method to change behaviour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Polymorphism: same call, different result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3474720"/>
          </a:xfrm>
          <a:prstGeom prst="roundRect">
            <a:avLst>
              <a:gd name="adj" fmla="val 2105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Account: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fee(self):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100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Premium(Account):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fee(self):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super().fee() // 2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a in [Account(), Premium()]: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print(type(a).__name__, a.fee())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Account 100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Premium 50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methods and properties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__str__ controls how print() shows an object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@property makes a method read like an attribute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leading underscore signals "internal"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data in one place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3016606"/>
          </a:xfrm>
          <a:prstGeom prst="roundRect">
            <a:avLst>
              <a:gd name="adj" fmla="val 2425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742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Product: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price):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self._price = price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@property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price_with_tax(self):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round(self._price * 1.18, 2)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__str__(self):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f"{self.name}: {self._price}"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Product("Mouse", 500)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print(p, p.price_with_tax)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 handling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the unexpected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try statement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728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3728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6692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that might fail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5686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9461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469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27469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70433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273177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if a matching error happens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49427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3202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12105" y="1554480"/>
            <a:ext cx="457200" cy="457200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1210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484174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6918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only if no error happened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31686" y="2377440"/>
            <a:ext cx="155448" cy="274320"/>
          </a:xfrm>
          <a:prstGeom prst="chevron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69430" y="1371600"/>
            <a:ext cx="1817370" cy="2286000"/>
          </a:xfrm>
          <a:prstGeom prst="roundRect">
            <a:avLst>
              <a:gd name="adj" fmla="val 4025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49515" y="1554480"/>
            <a:ext cx="457200" cy="457200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549515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979158" y="2148840"/>
            <a:ext cx="159791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finally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06590" y="2560320"/>
            <a:ext cx="154305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runs, for clean up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3977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specific errors like ValueError, never a bare except.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Handling and raising errors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the specific error you expect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signals a problem yourself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exceptions name your business rules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messages should help the user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441448"/>
          </a:xfrm>
          <a:prstGeom prst="roundRect">
            <a:avLst>
              <a:gd name="adj" fmla="val 299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InsufficientFunds(Exception):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withdraw(balance, amount):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amount &gt; balance: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raise InsufficientFunds("Low balance")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balance - amount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withdraw(100, 500)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 InsufficientFunds as 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print("Error:", e)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principles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habits that keep code easy to change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SOLID in plain English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743200"/>
                <a:gridCol w="44805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Letter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Principle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In one line</a:t>
                      </a:r>
                      <a:endParaRPr lang="en-US" sz="1500" dirty="0"/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A3A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responsibility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class, one job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/ closed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with new code, do not edit old code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Liskov substitution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classes can stand in for parents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Interface segregation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Small focused interfaces, not giant ones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Dependency inversion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0E3B4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 on abstractions, not concrete classes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5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/ closed in practice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Fragile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function with a long if/elif per payment type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type means editing tested code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of breaking UPI when adding cards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097280"/>
            <a:ext cx="4023360" cy="3017520"/>
          </a:xfrm>
          <a:prstGeom prst="roundRect">
            <a:avLst>
              <a:gd name="adj" fmla="val 2424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2344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783080"/>
            <a:ext cx="35204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Payment class with pay()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UPI, Card, Wallet each subclass it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type = new class, old code untouched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1828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8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6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Modules, NumPy and power tools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9718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Python like a professional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 and packages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module is any .py file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brings its code into yours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package is a folder of modules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__name__ == "__main__" runs only when executed directly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779776"/>
          </a:xfrm>
          <a:prstGeom prst="roundRect">
            <a:avLst>
              <a:gd name="adj" fmla="val 2632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FC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file: pricing.py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with_tax(amount):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amount * 1.18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7FC8C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file: app.py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pricing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math import sqrt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print(pricing.with_tax(100))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print(sqrt(49))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NumPy: fast maths on whole arrays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hold numbers of one type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apply to every item at once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loops needed, and much faster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data science and AI libraries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3016606"/>
          </a:xfrm>
          <a:prstGeom prst="roundRect">
            <a:avLst>
              <a:gd name="adj" fmla="val 2425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7422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marks = np.array([72, 85, 90, 64])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print(marks + 5)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print(marks.mean(), marks.max())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print(marks[marks &gt; 80])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B8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[77 90 95 69]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77.75 90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[85 90]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Decorators: wrap a function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decorator takes a function and returns a new one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behaviour without editing the original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for logging, timing and auth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routes are decorators (Day 5)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644445"/>
          </a:xfrm>
          <a:prstGeom prst="roundRect">
            <a:avLst>
              <a:gd name="adj" fmla="val 276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37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log_call(func):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wrapper(*args):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print("Calling", func.__name__)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func(*args)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wrapper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@log_call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add(a, b):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a + b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print(add(2, 3))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Generators: values on demand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43000"/>
            <a:ext cx="37490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yield returns one value and pauses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call resumes where it left off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almost no memory for huge data</a:t>
            </a:r>
            <a:endParaRPr lang="en-US" sz="16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reading big files line by line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434840" y="1097280"/>
            <a:ext cx="4251960" cy="2441448"/>
          </a:xfrm>
          <a:prstGeom prst="roundRect">
            <a:avLst>
              <a:gd name="adj" fmla="val 2996"/>
            </a:avLst>
          </a:prstGeom>
          <a:solidFill>
            <a:srgbClr val="0F2C33"/>
          </a:solidFill>
          <a:ln w="12700">
            <a:solidFill>
              <a:srgbClr val="0F2C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617720" y="1234440"/>
            <a:ext cx="3886200" cy="2167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countdown(n):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n &gt; 0: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yield 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n -= 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x in countdown(3):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print(x)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 = (i * i for i in range(10**6))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AF7F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print(next(squares), next(squares))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Renshuu (練習): Practice. Try your own generator!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Hands-on time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8229600" cy="2011680"/>
          </a:xfrm>
          <a:prstGeom prst="roundRect">
            <a:avLst>
              <a:gd name="adj" fmla="val 4545"/>
            </a:avLst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7498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a small library system: Book and Member classes, a custom exception for unavailable books, and a decorator that logs every action.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4290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class and test it before adding the next.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FF8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Ganbatte (頑張って): Do your best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 bundle data and behaviour. Inheritance reuses it.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686300" y="105156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69180" y="123444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691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5372100" y="123444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869180" y="170992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specific errors. Raise your own for business rules.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92608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focused classes that are easy to extend.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86300" y="2743200"/>
            <a:ext cx="4000500" cy="1463040"/>
          </a:xfrm>
          <a:prstGeom prst="roundRect">
            <a:avLst>
              <a:gd name="adj" fmla="val 5000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69180" y="292608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69180" y="2926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372100" y="2926080"/>
            <a:ext cx="31318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tools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4869180" y="3401568"/>
            <a:ext cx="36347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organise, NumPy computes, decorators wrap, generators stream.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560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E3B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tomorrow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starts with a 15 question quiz on today's topics.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Post-read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Day 3 recap and the extra topics.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766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9480" y="1645920"/>
            <a:ext cx="384048" cy="384048"/>
          </a:xfrm>
          <a:prstGeom prst="ellipse">
            <a:avLst/>
          </a:prstGeom>
          <a:solidFill>
            <a:srgbClr val="0FA3A3"/>
          </a:solidFill>
          <a:ln w="12700">
            <a:solidFill>
              <a:srgbClr val="0FA3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94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39624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Workbook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Day 3 workbook.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096000" y="1463040"/>
            <a:ext cx="2590800" cy="2103120"/>
          </a:xfrm>
          <a:prstGeom prst="roundRect">
            <a:avLst>
              <a:gd name="adj" fmla="val 3478"/>
            </a:avLst>
          </a:prstGeom>
          <a:solidFill>
            <a:srgbClr val="E3F6F5"/>
          </a:solidFill>
          <a:ln w="12700">
            <a:solidFill>
              <a:srgbClr val="E3F6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8880" y="1645920"/>
            <a:ext cx="384048" cy="384048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78880" y="16459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781800" y="1645920"/>
            <a:ext cx="1722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3B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Pre-read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78880" y="2121408"/>
            <a:ext cx="22250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4E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Skim the Day 4 pre-read on how apps talk and store data.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0FA3A3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with me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9659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after class, feedback, or want to share what you built today? Reach out on LinkedIn.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2926080"/>
            <a:ext cx="5669280" cy="731520"/>
          </a:xfrm>
          <a:prstGeom prst="roundRect">
            <a:avLst>
              <a:gd name="adj" fmla="val 12500"/>
            </a:avLst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926080"/>
            <a:ext cx="5303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Ahmed   </a:t>
            </a:r>
            <a:pPr indent="0" marL="0">
              <a:buNone/>
            </a:pPr>
            <a:r>
              <a:rPr lang="en-US" sz="16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linkedin.com/in/ahmed-al-imaad</a:t>
            </a:r>
            <a:endParaRPr lang="en-US" sz="16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4231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you tomorrow for Day 4: architecture, charts and MongoDB.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CDEF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Otsukaresama deshita (お疲れ様でした): Thank you for your hard work today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3: OOP and Design Principles</dc:title>
  <dc:subject>PptxGenJS Presentation</dc:subject>
  <dc:creator>Ahmed</dc:creator>
  <cp:lastModifiedBy>Ahmed</cp:lastModifiedBy>
  <cp:revision>1</cp:revision>
  <dcterms:created xsi:type="dcterms:W3CDTF">2026-10-03T06:21:01Z</dcterms:created>
  <dcterms:modified xsi:type="dcterms:W3CDTF">2026-10-03T06:21:01Z</dcterms:modified>
</cp:coreProperties>
</file>