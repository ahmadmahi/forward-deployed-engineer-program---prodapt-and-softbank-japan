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  |  FDE Skills 3a and LLM Orchestration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Skills 3a and LLM Orchestration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Influencing, negotiation and conflict management, then LangChain and AI coding agents such as OpenAI Codex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people without authority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Interests, options and alternatives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disagreement productively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LLM pipelines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well with OpenAI Codex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proposals around what each stakeholder cares about.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positions from interests and know your BATNA.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conflict style deliberately and de-escalate.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LLMs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LangChain chains and brief a coding agent clearly.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FDE work happens without formal authority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sources of influence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deliver what you promise. Earned daily, lost quickly.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evidence, numbers and options.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understand what matters to them, and it shows.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Shinrai (信頼): Trust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it for the listener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Lead with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and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"This cuts quarter-end close from 5 days to 2."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lead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and effort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schema changes; runs on your existing cluster."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and 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"Data never leaves your tenant; here is the diagram."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pain removed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more copying numbers between three spreadsheets."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proposal, four framings. None of them is spin; all of them are true.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that both sides will keep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Positions and interests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(what they say)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it by Friday."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won't give database access."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all twelve features."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(why)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demo is on Monday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 contractor caused an outage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fear asking for budget twice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Negotiation toolkit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Use it to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needs behind a position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options both sides like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alternative to a negotiated agreement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when to walk away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ways to meet the interests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 all-or-nothing deals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something to get something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"Scope or date: which matters more?"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it down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what was agreed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different memories later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 management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is useful; hostility is not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conflict styles (Thomas-Kilmann)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Style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When it fits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Important issue, time to find a solution that serves both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stakes, need a fair middle quickly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Safety, security or ethics are at stake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Accommodating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issue matters more to them than to you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 issue, or emotions need time to cool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style is always right. Choose deliberately instead of by habit.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De-escalating a tense moment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your voice and 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 see this is frustrating"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a good outcome look like?"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concern, in your words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concrete, agreed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orchestration with LangChain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prompts to composable pipelines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orchestration framework?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parts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models, parsers and retrievers as building blocks.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parts together: prompt | model | parser.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providers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model without rewriting the app.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batching, streaming, tracing.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LangChain chain (LCEL)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ChatPromptTemplate fills variables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| operator pipes components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parser turns output into a string or JSON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one input, batch many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import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ChatPromptTemplate)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langchain_core.output_parsers import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StrOutputParser)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 import ChatOpenAI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ChatPromptTemplate.from_messages([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("system", "You summarise for {audience}."),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("user", "{text}")])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ChatOpenAI() | StrOutputParser()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chain.invoke({"audience": "a CIO",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"text": report})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RAG chain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retriever is just another runnable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run steps in parallel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RunnablePassthrough forwards the question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grounded prompt as Day 23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830525"/>
          </a:xfrm>
          <a:prstGeom prst="roundRect">
            <a:avLst>
              <a:gd name="adj" fmla="val 258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5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langchain_core.runnables import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RunnablePassthrough, RunnableLambda)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 = RunnableLambda(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q: format_docs(search(q)))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= ({"context": retriever,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"question": RunnablePassthrough()}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 grounded_prompt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 StrOutputParser())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rag.invoke("When does leave expire?")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Kumiawase (組み合わせ): Combination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 agents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programming with OpenAI Codex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coding agent like Codex does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accountable for every line that is merged.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repo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structure, conventions and tests.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and runs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code, runs tests and commands in a sandbox.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changes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diff or pull request for you to review.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a coding agent well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Do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a clear, small task with acceptance criteria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do best on well-scoped 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to files, patterns and commands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"Follow app/routes/tasks.py; run pytest -q"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an AGENTS.md in the repo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instructions: style, test commands, no-go areas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 tests and review the diff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output like a junior colleague's pull 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share secrets or customer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 the customer's AI tool policy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Morning: influence, negotiation and conflict role plays. Afternoon: build a LangChain summariser, a structured extractor and a RAG chain, and write an AGENTS.md plus a task brief for a coding agent.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connection: briefing an AI agent well uses the same clarity as briefing a colleague.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Credibility, logic, connection. Frame for each listener.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over positions, options, BATNA, write it down.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style deliberately; de-escalate before solving.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chains for pipelines; clear briefs for coding agents.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24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24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25 pre-read on tools and workflows.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25: tool calling, LangGraph and systems thinking.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24: FDE Skills 3a and LLM Orchestration</dc:title>
  <dc:subject>PptxGenJS Presentation</dc:subject>
  <dc:creator>Ahmed</dc:creator>
  <cp:lastModifiedBy>Ahmed</cp:lastModifiedBy>
  <cp:revision>1</cp:revision>
  <dcterms:created xsi:type="dcterms:W3CDTF">2026-10-03T10:20:41Z</dcterms:created>
  <dcterms:modified xsi:type="dcterms:W3CDTF">2026-10-03T10:20:41Z</dcterms:modified>
</cp:coreProperties>
</file>