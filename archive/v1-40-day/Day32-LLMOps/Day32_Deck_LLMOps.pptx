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 |  LLMOps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LLMOps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vs LLMOps, fine-tuning, versioning, monitoring, and cost and latency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31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vs LLMOps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over, what is new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why and how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models, data, indexes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reduce both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hours on Weeks 5 and 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disciplines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LLMOps extends MLOps.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fine-tuning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prompting, RAG and fine-tuning.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everything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prompts, model versions, datasets and indexes together.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and latency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 request and apply caching and routing.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and LLMOps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goals, new moving parts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Classic MLOps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LLMOps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artefact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trained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Prompts, retrieval, tools + a provider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 retraining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fine-tuning; mostly prompt and data changes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on labelled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sets, judges, faithfulness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driver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compute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on every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model 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edits and provider model updates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model new habits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Prompting, RAG or fine-tuning?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Need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Best first choice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from company documents that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a format or style consistently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 with examples, then fine-tuning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classification at high volume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 a smaller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Shorter prompts and lower latency for a fixed task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facts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(fine-tuning does not keep facts current)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prompting first, add RAG for knowledge, fine-tune for behaviour.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fine-tuning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inputs and ideal outputs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PII, fix errors, balance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validation sets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job or open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vs base model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examples matters more than quantity. Hundreds of excellent examples beat thousands of messy 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fine-tuning data (JSONL)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per line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user and the ideal assistant reply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style across examples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uploading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00123"/>
          </a:xfrm>
          <a:prstGeom prst="roundRect">
            <a:avLst>
              <a:gd name="adj" fmla="val 385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2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{"messages":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"system",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"Classify support tickets."},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"user",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"I was charged twice"},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{"role": "assistant",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"content": "billing"}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Shuren (習練): Practice and training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 produced every answer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these together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full version bundle with every request so any answer can be reproduced and explained.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variables and a version id stored in Git.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Provider, exact model version, temperature.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model, chunking settings, index build date.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 version and fine-tuning dataset hash.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release manifest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describes a release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detect silent changes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= deploy the previous manifest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with the eval report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"release": "support-bot-1.8.0",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{"id": "answer_v7",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"sha": "3f9a1c"},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{"name": "main-model",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"version": "2026-11-15",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"temperature": 0},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"retrieval": {"embed": "embed-v3",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"chunk": 400, "k": 3},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"golden_set": "golden_v4"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costs money and time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cost and latency come from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Effect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Lever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prompts and contexts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context, compress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answers; also slower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concise output, set max tokens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is slower and pricier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easy requests to a small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Paying again for the same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answers or embeddings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loops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calls per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steps, cheaper models for sub-steps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provider prices in their pricing pages; they change often.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cost per request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token usage from each response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come from configuration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p50 and p95 latency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cost per user, feature and 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prices per 1M tokens, from config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= load_yaml("prices.yaml")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cost(model, tok_in, tok_out):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PRICES[model]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(tok_in * p["in"]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tok_out * p["out"]) / 1_000_000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df["cost"] = df.apply(lambda r: cost(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r.model, r.tok_in, r.tok_out), axis=1)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df.groupby("feature")["cost"].sum()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Assessment: 1.5 hours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Covers Weeks 5 and 6: prompting, RAG, embeddings, orchestration, agents, protocols, security and evaluation.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time and attempt every question.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kudasai (頑張ってください): Please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plus prompts, providers, tokens and judges.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behaviour and efficiency, not for fresh facts.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model, retrieval and data in one manifest.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 request; trim, cache, route, cap.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32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32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33 pre-read on deploying AI services.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33: LLM deployment and lifecycle.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32: LLMOps</dc:title>
  <dc:subject>PptxGenJS Presentation</dc:subject>
  <dc:creator>Ahmed</dc:creator>
  <cp:lastModifiedBy>Ahmed</cp:lastModifiedBy>
  <cp:revision>1</cp:revision>
  <dcterms:created xsi:type="dcterms:W3CDTF">2026-10-04T03:44:23Z</dcterms:created>
  <dcterms:modified xsi:type="dcterms:W3CDTF">2026-10-04T03:44:23Z</dcterms:modified>
</cp:coreProperties>
</file>