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31  |  LLMOps Intro and FDE Skills 4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LLMOps Intro and FDE Skills 4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lifecycle, what breaks in production, escalations and emotional intelligence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30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lifecycle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retirement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breaks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 apps fail in real life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Retries, fallbacks, circuit breakers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problems the right way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intelligence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effective under pressure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lifecycle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each stage of an LLM application's life.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failures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common production failures from logs.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resilience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retries with backoff, fallbacks and a circuit breaker.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with calm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clear escalations and handle tense moments with EQ.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lifecycle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is the start, not the end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 of an LLM application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case, success metric, risks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RAG, tools, guardrails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set, quality gate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Environments, rollout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improve, retire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is the discipline of running this loop reliably. Days 32 to 35 go deeper into each stage.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LLM apps different to operate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software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same output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come from your code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mostly fixed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applications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vary run to run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changes when the provider updates a model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grows with every token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can drift silently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Henka (変化): Change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breaks in production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failure modes and their signals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production failures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Failure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First response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Rate limits (429)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Bursts of errors at peak 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Backoff, queue, request a higher limit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Timeouts and outages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spikes, 5xx from provider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Retry, then fallback 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update regression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 pass rate drops suddenly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model version, re-run eval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spike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per request jump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the prompt or loop causing 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breakage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"I don't know" answers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index freshness and ingestion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 attempts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 blocks rising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samples, tighten filters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Retry with exponential backoff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only errors that may pass next time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longer after each failure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jitter so clients do not retry together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up after a few attempts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458364"/>
          </a:xfrm>
          <a:prstGeom prst="roundRect">
            <a:avLst>
              <a:gd name="adj" fmla="val 297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184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random, 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call_with_retry(fn, attempts=4):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range(attempts):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fn()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(RateLimit, Timeout):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i == attempts - 1: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raise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wait = 2 ** i + random.random()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time.sleep(wait)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Resilience patterns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model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main model fails, use a backup model or a cached answer.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repeated failures, stop calling for a while and fail fast.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message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user clearly; never show a stack trace.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everywhere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external call has a limit.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the alarm so people can act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levels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292608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Level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Response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down or data at risk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 leaking customer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Immediately, all hands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feature broken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answers "I don't know" to everything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the hour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Degraded but usable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doubled at peak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day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 issue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Typo in a template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sprint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customer's severity definitions when they have them.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good escalation message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on the problem and its severity.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 and how much.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started, error rates, sample request ids.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so far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tried and what happened.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you need, from whom, by when.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update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will report again, even with no news.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Hou-ren-sou (報連相): Report, inform, consult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Emotional intelligence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that holds everything else together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parts of emotional intelligence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Self-awareness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your own stress before it shows.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Self-regulation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replying to an angry message.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focused on the outcome when things go wrong.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pressure the customer is under.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skill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people together around a plan.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 an incident call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EQ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Defends the team: "It is not our fault"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 people with technical detail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silent while investigating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EQ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understand this is hurting your sales. Here is what we know."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short updates at fixed times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next step, even under blame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Morning: run an incident simulation from real-looking logs, diagnose the failures and add retries, fallbacks and a circuit breaker. Afternoon: write and deliver an escalation, then an EQ role play with a frustrated customer.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role play, notice your own reactions as much as the other person's.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build, evaluate, deploy, operate. Then repeat.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limits, timeouts, model updates, cost spikes, retrieval breaks.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 with jitter, fallbacks, circuit breakers, timeouts.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escalations and calm, empathetic communication.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quiz on today, then a 1.5 hour assessment.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31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31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32 pre-read on running AI like a product.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32: LLMOps.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31: LLMOps Intro and FDE Skills 4</dc:title>
  <dc:subject>PptxGenJS Presentation</dc:subject>
  <dc:creator>Ahmed</dc:creator>
  <cp:lastModifiedBy>Ahmed</cp:lastModifiedBy>
  <cp:revision>1</cp:revision>
  <dcterms:created xsi:type="dcterms:W3CDTF">2026-10-04T03:44:22Z</dcterms:created>
  <dcterms:modified xsi:type="dcterms:W3CDTF">2026-10-04T03:44:22Z</dcterms:modified>
</cp:coreProperties>
</file>