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Containers and Azure Deployment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and Azure Deployment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Containerising apps, Azure App Service, Azure Container Apps and continuous deployment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apps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health checks, logs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containers together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for web apps and containers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 with scaling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push, deploy, approve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 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config from environment variables and add health checks.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stack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 API and database together with docker compose.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Azure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container to App Service or Container Apps.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releases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CD pipeline with environments and approvals.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apps cloud ready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in every environment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of a cloud-ready app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deploy the same image to dev, test and production with different settings.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from env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secrets and flags come from environment variables.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files or sessions stored inside the container.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says alive; /ready says able to serve.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to stdout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logs; the platform collects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from the environment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for local development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values set by the platform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bake secrets into the image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everywhere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16606"/>
          </a:xfrm>
          <a:prstGeom prst="roundRect">
            <a:avLst>
              <a:gd name="adj" fmla="val 242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4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 = os.getenv("APP_ENV", "local")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DB_URL = os.getenv("DATABASE_URL",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"sqlite:///local.db")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os.getenv("APP_VERSION", "dev")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@app.get("/health")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health():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{"status": "ok", "env": APP_ENV,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"version": VERSION}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compose: a local stack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describes several services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reach each other by name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keep database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everything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["8000:8000"]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APP_ENV: local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MONGO_URI: mongodb://db:27017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[db]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mongo:7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 ["mongo-data:/data/db"]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mongo-data: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 compose up --build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deployment options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simplest one that fits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run a container on Azure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Scaling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manage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apps and APIs, code or container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settings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Containers, microservices, jobs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to zero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+ scale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platforms, full Kubernetes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flexible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more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requirements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build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default: start with App Service or Container Apps. Move to AKS only with a clear reason.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image to URL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from your Dockerfile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Azure Container Registry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or Container Apps pulls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secrets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/health, check logs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and App Service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acr build builds in the cloud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Docker needed (works in Cloud Shell)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plan hosts the container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WEBSITES_PORT tells it your 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acr create -g rg-demo -n acrdemo123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--sku Basic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acr build -r acrdemo123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tasks-api:1.0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appservice plan create -g rg-demo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plan-demo --is-linux --sku B1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webapp create -g rg-demo -p plan-demo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tasks-api-demo123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--container-image-name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acrdemo123.azurecr.io/tasks-api:1.0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Container Apps in one command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containerapp up builds and deploys from source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external gives a public URL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target-port is your app's port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automatically, even to zero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containerapp up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tasks-api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--resource-group rg-demo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--location centralindia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 .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--ingress external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--target-port 8000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containerapp logs show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tasks-api -g rg-demo --follow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Shukka (出荷): Shipping 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deployment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to main can reach users safely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CD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and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push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tagged with build 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dev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checks dev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image, prod settings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in Azure DevOps hold approvals and show deployment history.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stage with approval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job targets an environment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are set on the environment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tag moves forward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connections hold Azure access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202686"/>
          </a:xfrm>
          <a:prstGeom prst="roundRect">
            <a:avLst>
              <a:gd name="adj" fmla="val 22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stage: DeployProd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dependsOn: DeployDev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deployment: 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runOnce: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deploy: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steps: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task: AzureContainerApps@1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azureSubscription: sc-azure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containerAppName: tasks-api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resourceGroup: rg-prod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imageToDeploy: $(image):$(tag)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release habits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images with the build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exactly what is running; roll back by tag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dev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config problems before users 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 /health after deploy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the pipeline if the app is not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secrets in Key Vault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YAML, images or Git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up test resources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surprise costs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Task API cloud ready, run it with docker compose, write a full CD pipeline with dev and prod environments, and deploy to Azure if you have access.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access? Complete everything up to the YAML and the commands. The thinking is the same.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config, stateless, health checks, logs to stdout.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stack locally with one file.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hosting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or Container Apps first; AKS when needed.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through dev and prod with approvals.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is a full day of FDE professional skills: ambiguity and customer-embedded problem solving.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19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19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20 pre-read on handling ambiguity.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20: FDE professional skills 2.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19: Containers and Azure Deployment</dc:title>
  <dc:subject>PptxGenJS Presentation</dc:subject>
  <dc:creator>Ahmed</dc:creator>
  <cp:lastModifiedBy>Ahmed</cp:lastModifiedBy>
  <cp:revision>1</cp:revision>
  <dcterms:created xsi:type="dcterms:W3CDTF">2026-10-03T06:55:30Z</dcterms:created>
  <dcterms:modified xsi:type="dcterms:W3CDTF">2026-10-03T06:55:30Z</dcterms:modified>
</cp:coreProperties>
</file>