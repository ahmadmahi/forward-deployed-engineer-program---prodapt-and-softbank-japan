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Small language models, when to use them, token economics, optimisation and FinOps for GenAI and Codex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30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and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23; Patch and Modernise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SLMs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open-weight models.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SLM or LLM?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Latency, cost, privacy, on-prem.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Hands-on SLM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a small model in Colab.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 economics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Price input, output, cached, reasoning.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Optimise and govern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Caching, routing, FinOps.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SLMs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Say what a small language model is and name open-weight families.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SLM or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Decide by latency, cost, privacy and where the model must 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Estimate cost per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Turn tokens per request into cost per 1,000 tickets.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Cut cost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Apply caching, trimming, output limits and routing, then measure.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Opening: Patch and Modernise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Show your vulnerability report: one finding, the fix, and the test that proves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Two minutes per team. We look for findings rated correctly, fixes proven by tests, and modernisation in small verified steps. Rubric: Day 23 assignment brief (100 points).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Small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Smaller, faster, cheaper, and often good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an SLM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Roughly a few hundred million to a few billion parameters, not hundreds of billions.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Open-weight, usually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You download the weights and run them on your own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Narrow but strong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Very good at focused tasks: classify, extract, route, short replies.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Fits on a laptop, a phone, a single GPU or an on-prem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Open-weight families you will meet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small sizes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Phi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instruct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Strong reasoning for their size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instruct models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Several sizes, multilingual variants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Llama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instruct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Large ecosystem of fine-tunes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Qwen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From under 1B upwards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Good multilingual, including Japanese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Mistral small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instruct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Efficient, popular for on-prem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Sizes and licences change often. Check the model card and licence before any customer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When to use an SLM vs an LLM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Pick an SLM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task is narrow and repetitive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Latency must be very low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Data must stay on-prem or on-device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Volume is high and cost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Pick an LLM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task is open-ended or multi-step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Broad knowledge or strong reasoning is needed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Volume is low and quality matters most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You do not want to run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Most production systems use both: SLM first, LLM on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Four questions to decide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hard?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Classify a ticket: easy. Plan a network migration: hard.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often?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Ten calls a day or a million? Volume multiplies every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private?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 data that cannot leave the network points to on-prem.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fast?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 agent waiting on screen needs an answer in under a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Quantisation: shrinking 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FP16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2 bytes per weight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INT8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1 byte per weight</a:t>
            </a:r>
          </a:p>
        </p:txBody>
      </p:sp>
      <p:sp>
        <p:nvSpPr>
          <p:cNvPr id="18" name="Chevron 17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Half a byte per weight</a:t>
            </a:r>
          </a:p>
        </p:txBody>
      </p:sp>
      <p:sp>
        <p:nvSpPr>
          <p:cNvPr id="24" name="Chevron 23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Less memory, small quality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3B parameter model needs about 6 GB at FP16, 3 GB at INT8 and 1.5 GB at INT4 (weights only).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Light fine-tuning with LoRA (concept)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Freeze the base model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Train two small matrices per layer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few MB of adapter instead of a full copy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 only after prompting and RAG fall short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# LoRA on one d x d weight matrix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d, r = 4096, 8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full = d * d      # 16,777,216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lora = 2 * d * r  # 65,536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print(f"{lora/full:.2%}")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0.39% of the weights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Hands-on: a small model in Colab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Runtime &gt; Change runtime type &gt; GPU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GPU? CPU fallback with a smaller model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20 SmartDesk tickets for both models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Measure accuracy, latency and estimated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from transformers import pipeline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import torch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gpu = torch.cuda.is_available()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SLM_ID = ("Qwen/Qwen2.5-1.5B-Instruct" if gpu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else "Qwen/Qwen2.5-0.5B-Instruct")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slm = pipeline("text-generation", model=SLM_ID,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     device=0 if gpu else -1)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out = slm("Classify: my bill doubled. Label:",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max_new_tokens=5)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a typical comparison shows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Small open-weight model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API LLM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Accuracy on 4 clear labels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Good, slightly lower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Latency per ticket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 on GPU, higher on CPU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Network round trip plus queue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per 1,000 tickets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compute 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Tokens x price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location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Stays where you run 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Sent to the provider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Effort to operate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 patch, scale, monitor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Provider runs 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Your own numbers tonight decide. Offline mode shows how the code works, not real model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Token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Every feature has a price per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four token prices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Everything you send: system prompt, context, tools, user 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Cached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repeated prefix served from cache at a discount.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visible answer. Usually several times the input price.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Hidden thinking tokens. Billed as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Cost per feature: the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86" b="0" i="0">
                <a:solidFill>
                  <a:srgbClr val="EAF7F5"/>
                </a:solidFill>
                <a:latin typeface="Courier New"/>
              </a:rPr>
              <a:t># PLACEHOLDER prices per 1M tokens. Not real prices. Use the approved price sheet.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PRICE = {"input": 1.00, "cached_input": 0.10, "output": 4.00}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def cost_per_request(inp, out, cached_share=0.0, reasoning=0):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    cached = inp * cached_share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    return ((inp - cached) * PRICE["input"] + cached * PRICE["cached_input"]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            + (out + reasoning) * PRICE["output"]) / 1_000_000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# SmartDesk answer: 1,500 in, 300 out</a:t>
            </a:r>
          </a:p>
          <a:p>
            <a:r>
              <a:rPr sz="1186" b="0" i="0">
                <a:solidFill>
                  <a:srgbClr val="EAF7F5"/>
                </a:solidFill>
                <a:latin typeface="Courier New"/>
              </a:rPr>
              <a:t>print(cost_per_request(1500, 300) * 1000)   # 2.7 per 1,000 tickets (placeholder 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Cost per feature per day = cost per request x requests per 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Where SmartDesk tokens 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800: rules, tone, policy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500: retrieved FAQ chunks</a:t>
            </a:r>
          </a:p>
        </p:txBody>
      </p:sp>
      <p:sp>
        <p:nvSpPr>
          <p:cNvPr id="18" name="Chevron 17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200: the customer text</a:t>
            </a:r>
          </a:p>
        </p:txBody>
      </p:sp>
      <p:sp>
        <p:nvSpPr>
          <p:cNvPr id="24" name="Chevron 23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300: the 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fixed system prompt is over half the input. That is what caching targets.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Measure first, then cut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Seven levers to cut token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Stable text first, variable text last.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Trim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Compact history; send only what the task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Retrieval top-k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Three good chunks beat ten average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Output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Set max tokens; ask for short formats.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Group jobs that can wait for a lower price.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Reasoning effort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Low for routine tasks; high only when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Lever seven, model routing,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Cache-friendly prompt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opening on every call: system rules, policy, tool list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Variable parts at the end: ticket text, user question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Do not put timestamps or IDs at the top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cached tokens in the usage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messages = [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sys(RULES),      # stable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sys(POLICY),     # stable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user(FAQ_TOP3),  # varies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user(ticket),    # varies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Stable prefix first -&gt; cache hits.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usage shows cached tokens.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Model routing: SLM first, LLM on escalation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Ticket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Every ticket starts here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SLM classifies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Cheap, fast, local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Confident?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Yes: done. No: escalate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LLM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Hard or unclear cases only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Log both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Tokens, cost, route taken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Measure the escalation rate. If it climbs, routing stops saving money.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and after: SmartDesk per 1,000 tickets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changed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(placeholder units)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1,500 in, 300 out, default LLM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+ Caching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50% of input served from cache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+ Trimming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500 to 250; output cap 150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+ Routing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80% handled by the SLM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Placeholder prices. Run the calculator notebook with the approved price sheet before quoting a customer.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FinOps for GenAI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Budgets, quotas and a daily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FinOps basics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Budgets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monthly budget per project; alerts at 50%, 80% and 100%.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Per-user quotas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Daily token limits per learner or per API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Daily usage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Look at yesterday's spend every morning. Spot runaway jobs early.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Separate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and app calls on separate keys, so costs are visible.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Codex usage: do's and don'ts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tasks, relevant files only, approved default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your daily usage; stop a runaway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Don't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a top-tier model or high effort for routine edits.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Don't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Paste the whole codebase or 'improve everything'.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Model choice by task: see docs/MODEL_GUIDE.md. Confirm names against the approved model 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21: SLM first, LLM for hard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Classify with an SLM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Category for every ticket, with a confidence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Escalate to the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Low confidence or complex replies go to the default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Cost per 1,000 tickets before and after optimisation.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Day25_App_Build_Prompts.md. Review every 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Small, local, cheap and fast; great for narrow tasks.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by four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How hard, how often, how private, how fast.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Tokens are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Input, cached, output and reasoning tokens are priced differently.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Measure, cut, govern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Caching, trimming, routing; budgets and daily checks.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25  |  SLMs and 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Day25_Hotel_Lab.md: SLM comparison and cost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25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26 pre-read on orchestration and tool calling.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26: LLM orchestration, tool calling and LangGraph.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