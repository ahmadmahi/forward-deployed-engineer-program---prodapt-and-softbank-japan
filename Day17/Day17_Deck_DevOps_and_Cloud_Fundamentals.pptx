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 |  DevOps and Cloud Fundamentals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and Cloud Fundamentals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concepts, IaaS, PaaS and SaaS, Microsoft Azure and Azure DevOps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and practices for shipping often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build, test and release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 and SaaS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and Azure DevOps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 and the tool chain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and coding on Weeks 2 and 3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DevOps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culture, the loop and why it matters.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CI/CD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continuous integration, delivery and deployment.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cloud model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IaaS, PaaS or SaaS for a scenario.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Azure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subscriptions, resource groups and Azure DevOps services.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running software as one team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 DevOps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silos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"throw code over the wall"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deploy months later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Big, risky releases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when things break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 owns build and run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shipped often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everywhere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failures without blame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DevOps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Boards, backlog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reviews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test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+ monitor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alerts, feedback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never ends: what you learn in production shapes the next plan.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machines do the repetitive, error-prone work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CI/CD terms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happens automatically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Human step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Integration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push is built and tested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when green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Delivery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green build is ready to release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to deploy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Deployment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green build goes to production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start with CI, then add delivery. Full deployment needs strong tests.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typical CI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or pull request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and obvious bugs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or image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step fails, the pipeline stops and the team is told immediately.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CI/CD pays off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minutes after they are written.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risk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are easy to review and roll back.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every time, no forgotten manual step.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 Friday? With good tests, maybe.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(改善): Continuous improvement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 models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manages what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IaaS, PaaS and SaaS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19456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You manage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Provider manages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Azure 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servers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OS, runtime, app,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Hardware, network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and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OS, runtime, scaling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data and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else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pizza analogy: make it at home, take and bake, delivery, or dine 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model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FDEs usually prefer PaaS for speed, and IaaS only when the customer requires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when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full control of the OS or special software.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when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deploy code and let the platform run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when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product already solves the problem.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Azure is organised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organisation's identity (Entra ID)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access boundary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for related resources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VMs, apps, databases, storage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resource group and everything inside goes with it: great for clean up, dangerous by accident.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services you will meet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Need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web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containers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Apps / AKS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files and data lakes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Storage / ADLS Gen2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database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Database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and keys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CLI basics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login signs you in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a resource group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region close to users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to avoid costs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login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account show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create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rg-day17-demo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--location centralindia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list -o table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delete --name rg-day17-demo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DevOps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chain for the whole loop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DevOps services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Used for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Day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Backlog, sprints, work items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repositories and pull requests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with YAML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18 and 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Plans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and exploratory testing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feeds (pip, npm)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plus GitHub Actions is a common alternative with the same ideas.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pipeline file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repo as azure-pipelines.yml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which branches start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pool: the machine that runs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commands in order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58364"/>
          </a:xfrm>
          <a:prstGeom prst="roundRect">
            <a:avLst>
              <a:gd name="adj" fmla="val 297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8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vmImage: ubuntu-latest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script: 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displayName: Install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script: pytest -q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displayName: Run tests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Assessment: MCQ and coding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Covers Weeks 2 and 3: FastAPI, SQLAlchemy, security, MongoDB, JavaScript, React, testing, ETL, Spark and SQL.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time: quick MCQs first, then the coding task.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kudasai (頑張ってください): Please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small changes, automation, blameless learning.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built and tested; releases are routine.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control, PaaS speed, SaaS ready-made.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Subscription, resource group, resources. Azure DevOps for the loop.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17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17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18 pre-read on Git and containers.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18: Git, CI/CD pipelines and Docker.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17: DevOps and Cloud Fundamentals</dc:title>
  <dc:subject>PptxGenJS Presentation</dc:subject>
  <dc:creator>Ahmed</dc:creator>
  <cp:lastModifiedBy>Ahmed</cp:lastModifiedBy>
  <cp:revision>1</cp:revision>
  <dcterms:created xsi:type="dcterms:W3CDTF">2026-10-03T06:55:29Z</dcterms:created>
  <dcterms:modified xsi:type="dcterms:W3CDTF">2026-10-03T06:55:29Z</dcterms:modified>
</cp:coreProperties>
</file>