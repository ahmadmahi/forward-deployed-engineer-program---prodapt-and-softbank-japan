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  |  FastAPI Advanced and Security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5D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Advanced and Security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injection, middleware, JWT authentication and PyMongo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52144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1605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Ahmed</a:t>
            </a:r>
            <a:endParaRPr lang="en-US" sz="1300" dirty="0"/>
          </a:p>
          <a:p>
            <a:pPr indent="0" marL="0">
              <a:buNone/>
            </a:pPr>
            <a:r>
              <a:rPr lang="en-US" sz="1300" u="sng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journey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questions on Day 7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766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94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9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624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logic with Depends()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8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88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818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788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that wraps every request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Hashing, never storing plain text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766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594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594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9624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594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that prove who you are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960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788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788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7818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PyMongo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788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with MongoDB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Ohayou gozaimasu (おはようございます): Good morning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 you can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dependencies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DB sessions, settings and auth with Depends().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middleware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Time, log and tag every request; enable CORS.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endpoints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passwords, issue JWTs and protect routes.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MongoDB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a FastAPI service with PyMongo.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Dependency injection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what you need, FastAPI provides it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and with Depends()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endpoint opens its own DB session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checks copied into each function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swap in a fake for tests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Depends()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logic once as a function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it as a parameter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calls it for you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it easily in tests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simple dependency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dependency is just a function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Depends() tells FastAPI to call it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return value becomes the parameter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it on as many endpoints as you like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441448"/>
          </a:xfrm>
          <a:prstGeom prst="roundRect">
            <a:avLst>
              <a:gd name="adj" fmla="val 2996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fastapi import Depends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pagination(skip: int = 0, limit: int = 10):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{"skip": skip, "limit": limit}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@app.get("/books")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books(page=Depends(pagination)):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@app.get("/authors")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authors(page=Depends(pagination)):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page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Dependencies with yield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before yield runs first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endpoint uses the yielded value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after yield always runs: clean up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 database sessions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441448"/>
          </a:xfrm>
          <a:prstGeom prst="roundRect">
            <a:avLst>
              <a:gd name="adj" fmla="val 2996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get_db():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db = SessionLocal()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yield db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finally: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db.close()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@app.get("/books/{bid}")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read(bid: int, db=Depends(get_db)):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db.get(Book, bid)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Middleware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layer around every request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middleware wraps a request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7285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3728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in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sees it first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5686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9461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4695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7469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70433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call_next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73177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it to your endpoint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9427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3202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12105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1210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4174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6918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 back through middleware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3168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6943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49515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4951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97915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0659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 added, time logged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for logging, timing, request ids and CORS. Keep it fast.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timing middleware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@app.middleware("http") registers it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call_next runs the rest of the app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headers to every response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CORSMiddleware lets browsers call your API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1933956"/>
          </a:xfrm>
          <a:prstGeom prst="roundRect">
            <a:avLst>
              <a:gd name="adj" fmla="val 3783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1659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time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@app.middleware("http")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add_timer(request, call_next):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start = time.perf_counter()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 = await call_next(request)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ms = (time.perf_counter() - start) * 1000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response.headers["X-Time-ms"] = f"{ms:.1f}"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response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and JWT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who you are, safely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and authorisation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you?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with email and password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with 401 Unauthorized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Authorisation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you allowed to do?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such as admin or member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with 403 Forbidden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Storing passwords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280160"/>
                <a:gridCol w="47548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Approach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Safe?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text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leak exposes every account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Simple hash (md5)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to crack with lookup tables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salted hash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bcrypt, argon2, pbkdf2: slow and unique per user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check a password against a hash, but never turn the hash back into the password.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JWT login 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7285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3728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/token with username and password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5686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9461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4695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7469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70433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73177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checks the password hash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9427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3202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12105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1210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4174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6918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signs and returns a JWT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3168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6943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49515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4951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97915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0659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sends Authorization: Bearer &lt;token&gt;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checks the signature on every request. No session storage needed.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inside a JWT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parts: header.payload.signature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holds claims: sub, role, exp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read it, nobody can forge it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put secrets in the payload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644445"/>
          </a:xfrm>
          <a:prstGeom prst="roundRect">
            <a:avLst>
              <a:gd name="adj" fmla="val 2766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37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jwt, datetime as dt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 = "change-me"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payload =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"sub": "hana",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"role": "admin",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"exp": dt.datetime.now(dt.timezone.utc)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+ dt.timedelta(minutes=30),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 = jwt.encode(payload, SECRET, "HS256")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jwt.decode(token, SECRET, ["HS256"])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print(data["sub"])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Himitsu (秘密): Secret. Keep the signing key safe!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Protecting a route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OAuth2PasswordBearer reads the Bearer token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get_current_user decodes and checks it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route that depends on it is protected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or expired token: 401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610612"/>
          </a:xfrm>
          <a:prstGeom prst="roundRect">
            <a:avLst>
              <a:gd name="adj" fmla="val 2802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336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oauth2 = OAuth2PasswordBearer(tokenUrl="token")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current_user(token=Depends(oauth2)):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data = jwt.decode(token, SECRET,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["HS256"])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jwt.PyJWTError: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HTTPException(401, "Bad token")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data["sub"]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@app.get("/me")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me(user=Depends(current_user)):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{"user": user}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with PyMongo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API patterns, document database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 as a dependency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client for the whole app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dependency returns the collection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ObjectId to str for JSON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in mongomock for tests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103120"/>
          </a:xfrm>
          <a:prstGeom prst="roundRect">
            <a:avLst>
              <a:gd name="adj" fmla="val 3478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pymongo import MongoClient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MongoClient(MONGO_URI)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get_notes():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client["app"]["notes"]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@app.post("/notes", status_code=201)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create(note: NoteIn, col=Depends(get_notes)):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 = col.insert_one(note.model_dump())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{"id": str(res.inserted_id)}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time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secure Notes API: register and login with hashed passwords, JWT tokens, protected note endpoints stored in MongoDB, and a timing middleware.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429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unhappy paths too: wrong password, missing token, expired token.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Ganbatte (頑張って): Do your best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Depends()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shared logic once; inject it everywhere.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every request for logging, timing and CORS.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passwords slowly; sign short-lived JWTs.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PyMongo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the collection; convert ObjectId for JSON.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tomorrow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starts with a 15 question quiz on today's topics.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Post-read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Day 8 recap and the extra topics.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766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9480" y="164592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94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624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594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Day 8 workbook.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60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8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788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818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Pre-read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788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the Day 9 pre-read on big data and JavaScript.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with me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65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after class, feedback, or want to share what you built today? Reach out on LinkedIn.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9260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  </a:t>
            </a:r>
            <a:pPr indent="0" marL="0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23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tomorrow for Day 9: FastAPI with MongoDB, and JavaScript basics.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Otsukaresama deshita (お疲れ様でした): Thank you for your hard work today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8: FastAPI Advanced and Security</dc:title>
  <dc:subject>PptxGenJS Presentation</dc:subject>
  <dc:creator>Ahmed</dc:creator>
  <cp:lastModifiedBy>Ahmed</cp:lastModifiedBy>
  <cp:revision>1</cp:revision>
  <dcterms:created xsi:type="dcterms:W3CDTF">2026-10-03T06:21:04Z</dcterms:created>
  <dcterms:modified xsi:type="dcterms:W3CDTF">2026-10-03T06:21:04Z</dcterms:modified>
</cp:coreProperties>
</file>