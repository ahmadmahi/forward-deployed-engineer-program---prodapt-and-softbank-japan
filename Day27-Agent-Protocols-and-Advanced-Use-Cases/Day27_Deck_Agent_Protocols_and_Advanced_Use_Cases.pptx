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  |  Agent Protocols and Advanced Use Cases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Protocols and Advanced Use Cases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A2A, agentic handoff and a data analysis agent, with a senior FDE session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FDE session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 real customer environments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way to connect tools and 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talking to other agents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handoff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work with full context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agent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in, safe code and answers out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MCP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hosts, clients, servers, tools, resources and prompts.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MCP server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tools with FastMCP and call them from a client.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A2A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agent cards, tasks and how A2A complements MCP.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advanced agents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clean handoffs and a sandboxed data analysis agent.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FDE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senior FDE walks through an agent deployment at a customer: integration with legacy systems, security reviews, what broke in week one and how trust was rebuilt.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one lesson you can apply to your capstone next week.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Senpai (先輩): A senior colleague who guides you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(MCP)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plug for tools and data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 MCP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wires every tool its own way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apps x M tools integrations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 or share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exposed once as an MCP server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MCP-capable app can use them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USB for AI integrations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roles and primitives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application the user works in (IDE, chat app, agent)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connector inside the host that talks to one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Exposes capabilities from a system (database, CRM, files)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the model can call, with JSON schemas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data the host can load as context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prompt templates offered by the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Transports: stdio for local servers, HTTP for remote 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MCP server with FastMCP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register tools and resources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become the schema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become descriptions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serves over stdio by default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202686"/>
          </a:xfrm>
          <a:prstGeom prst="roundRect">
            <a:avLst>
              <a:gd name="adj" fmla="val 22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FastMCP("orders")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get_order_status(order_id: str)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"""Look up an order, e.g. ORD-1042."""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lookup(order_id)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@mcp.resource("policy://refunds")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refund_policy()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"5% per day late, max 50%."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mcp.run()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Tsunagu (繋ぐ): To connect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it from an MCP client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server as a subprocess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the session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list_tools discovers capabilities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call_tool runs 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830525"/>
          </a:xfrm>
          <a:prstGeom prst="roundRect">
            <a:avLst>
              <a:gd name="adj" fmla="val 25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5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 import (ClientSession,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StdioServerParameters)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mcp.client.stdio import stdio_client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StdioServerParameters(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command="python", args=["mcp_server.py"])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stdio_client(params) as (r, w):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ClientSession(r, w) as 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s.initialize()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 = await s.list_tools()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= await s.call_tool(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"get_order_status",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{"order_id": "ORD-1042"})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Agent-to-Agent (A2A)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from different teams and vendors working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and A2A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 tools and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exposes functions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stays in charge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 agent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keeps its own tools and reasoning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whole tasks, gets results back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 building blocks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published at a well-known URL: name, skills, endpoint, auth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unit of work with a lifecycle: submitted, working, completed, failed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of conversation between client and remote 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result produced by the task: text, file or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is an open protocol under active development. Check the current specification before building.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handoff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 the next person start from zero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handoff payload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go agent to agent, or agent to human. The payload is the same.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and where things stand, in two sentences.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collected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amounts, what the customer said.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tried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called and their results.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918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6732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handoff: policy, low confidence, angry customer.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76600" y="310896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94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94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962400" y="32918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59480" y="376732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receiver should probably do.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96000" y="3108960"/>
            <a:ext cx="25908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88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788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81800" y="32918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78880" y="3767328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a response is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analysis agent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questions, real numbers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city had the highest revenue?"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 pandas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imports, files, network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sandbox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namespace, timeout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the number and method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generated code safe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or deleting files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open, os, sys, subprocess; inspect the AST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Calling the internet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network in the sandbox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Endless loops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Timeouts and row limits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but plausible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code and the result table with the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approved, masked datasets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use a proper sandbox (container or managed code interpreter), not just a restricted exec.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assessment debrief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review the FDE assessment from Day 26: what strong answers looked like, common gaps in communication and judgement, and how to prepare for the capstone.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result and one question.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clients, servers; tools, resources, prompts.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cards, tasks, messages, artifacts. Complements MCP.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facts, steps, reason, next step, urgency.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is checked, sandboxed and shown.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27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27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28 pre-read on AI security.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28: LLM security and guardrails.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27: Agent Protocols and Advanced Use Cases</dc:title>
  <dc:subject>PptxGenJS Presentation</dc:subject>
  <dc:creator>Ahmed</dc:creator>
  <cp:lastModifiedBy>Ahmed</cp:lastModifiedBy>
  <cp:revision>1</cp:revision>
  <dcterms:created xsi:type="dcterms:W3CDTF">2026-10-03T10:20:43Z</dcterms:created>
  <dcterms:modified xsi:type="dcterms:W3CDTF">2026-10-03T10:20:43Z</dcterms:modified>
</cp:coreProperties>
</file>