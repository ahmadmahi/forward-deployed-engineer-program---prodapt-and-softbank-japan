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Azure Repos, pipelines with security gates, AI pull request review, hardened Docker images, and containerising the full stack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23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Git and Azure Repos (1 hr)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Commits, branches, pull requests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Pipelines (2 hrs)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YAML, security gates, AI PR review.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Docker (2 hrs)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Images, Dockerfiles, hardening.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Full stack (1.5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Containerise back end and front 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Images, CI gates, vulnerability report v2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Git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Commit, branch, merge, resolve a conflict and open a pull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 every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pipeline YAML that fails on tests, bandit, pip-audit or a leaked secret.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safely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Codex as a pull request reviewer while a human approves the merge.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Ship hardened images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slim, non-root, scanned images for the API and the React 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Git and Azure Repos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 hr). A time machine for your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places your code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Working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Files you edit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Staging 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git add: chosen changes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git commit: saved snapshot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Remote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git push: shared with the team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Commands you will use every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status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changed and what is staged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add file / git add .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Stage changes for the next commit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commit -m "message"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Save a snapshot with a message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switch -c feature/x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 and move to a new branch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pull / git push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or send commits to the remote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git log --oneline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Short history of commits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Merging and conflicts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Kyouryoku (協力): Cooperation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Merge brings a branch's commits into main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Conflict: both sides changed the same lines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Git marks both versions in the file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Choose, delete markers, add,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94" b="0" i="0">
                <a:solidFill>
                  <a:srgbClr val="EAF7F5"/>
                </a:solidFill>
                <a:latin typeface="Courier New"/>
              </a:rPr>
              <a:t>git switch main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git merge feature/greeting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CONFLICT in app.py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&lt;&lt;&lt;&lt;&lt;&lt;&lt; HEAD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greeting = "Hello"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=======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greeting = "Konnichiwa"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&gt;&gt;&gt;&gt;&gt;&gt;&gt; feature/greeting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# edit to the final version, then: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git add app.py</a:t>
            </a:r>
          </a:p>
          <a:p>
            <a:r>
              <a:rPr sz="1094" b="0" i="0">
                <a:solidFill>
                  <a:srgbClr val="EAF7F5"/>
                </a:solidFill>
                <a:latin typeface="Courier New"/>
              </a:rPr>
              <a:t>git commit -m "Resolve greeting conflict"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pull request workflow in Azure 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feature/add-filter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Push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git push -u origin feature/add-filter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Open PR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Describe what and why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CI and security gates run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After human 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Branch policies on main can require a green build and at least one human reviewer.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Azure Pipelines and security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(2 hrs). Stages, jobs, steps, and gates that stop bad code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Pipeline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Contains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One or more stages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azure-pipelines.yml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Jobs; can depend on other stages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Test, Security, Docker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Steps that run on one agent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unit_tests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script or a task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pytest -q, Docker@2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Triggers decide when it runs: trigger for pushes to main, pr for pull requests.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Security gates in CI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SAST: bandit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Scans Python code for insecure patterns such as shell=True or hard-coded passwords.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Dependencies: pip-audit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Checks pinned packages against known vulnerabilities (npm audit for Node).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Secret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Finds keys and passwords in files and Git history before they leave the laptop.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Image scanning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Scans the built image for vulnerable OS packages (for example Trivy).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gate is a step that fails the pipeline. Warnings that never fail are easy to ignore.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pipeline with a Security stage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47472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5" b="0" i="0">
                <a:solidFill>
                  <a:srgbClr val="EAF7F5"/>
                </a:solidFill>
                <a:latin typeface="Courier New"/>
              </a:rPr>
              <a:t>stages: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- stage: Test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jobs: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- job: unit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steps: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pip install -r requirements.txt pytest ruff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ruff check . &amp;&amp; pytest -q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- stage: Security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dependsOn: Test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jobs: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- job: scan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steps: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pip install bandit pip-audit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bandit -r app -ll          # fail on medium and high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pip-audit -r requirements.txt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  - script: python tools/scan_secrets.py   # exit 1 on any hit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- stage: Docker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dependsOn: Security</a:t>
            </a:r>
          </a:p>
          <a:p>
            <a:r>
              <a:rPr sz="1105" b="0" i="0">
                <a:solidFill>
                  <a:srgbClr val="EAF7F5"/>
                </a:solidFill>
                <a:latin typeface="Courier New"/>
              </a:rPr>
              <a:t>  condition: eq(variables['Build.SourceBranch'], 'refs/heads/main')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Fail, remediate, re-run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Gate goes red on a finding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Real issue or false positive?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Remediate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Fix code or upgrade package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a test for the fix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Re-run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Gate goes green; log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Suppress a finding only with a written reason (for example # nosec B101 with a comment).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Vulnerability report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5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Fixed by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Verified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V-01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subprocess with shell=True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bandit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Pass a list, no shell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Codex-assisted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V-02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requests 2.19.0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pip-audit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Upgrade to 2.20.0 or later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V-03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 key in config.py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secret scan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Revoke, rotate, env var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Human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Template: shared/templates/Vulnerability_Report_Template.md. v1 was Day 7; v3 comes on Day 30.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AI pull request review with Codex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Codex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Reads the diff and explains 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Flags bugs, missing tests, risky patterns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Suggests changes as comments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Saves reviewer time on routine checks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The human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Decides if the change is right for the product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Checks every Codex suggestion before accepting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Approves the merge (branch policy)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Owns the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Codex is a reviewer, never the approver. No secrets or customer data in review prompts.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good pull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idea per PR. Easier to review, faster to merge.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What changed, why, and how to test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Tests and security gates pass before you ask for review.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Kind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Comment on code, not people. Suggest, do not command.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 hrs). It works on my machine, and on every machine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Docker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Analogy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Dockerfile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Recipe to build an image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recipe card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Read-only package built from the recipe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frozen meal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Container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running instance of an image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meal being eaten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Registry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Storage for images (ACR, Docker Hub)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freezer shop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Dockerfile for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Junbi (準備):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Start from a small official base image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Copy requirements first for caching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Then copy the code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CMD starts the server on port 8000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97" b="0" i="0">
                <a:solidFill>
                  <a:srgbClr val="EAF7F5"/>
                </a:solidFill>
                <a:latin typeface="Courier New"/>
              </a:rPr>
              <a:t>FROM python:3.12-slim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WORKDIR /app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COPY requirements.txt .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RUN pip install --no-cache-dir -r requirements.txt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COPY app/ ./app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EXPOSE 8000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CMD ["uvicorn", "app.main:app",</a:t>
            </a:r>
          </a:p>
          <a:p>
            <a:r>
              <a:rPr sz="897" b="0" i="0">
                <a:solidFill>
                  <a:srgbClr val="EAF7F5"/>
                </a:solidFill>
                <a:latin typeface="Courier New"/>
              </a:rPr>
              <a:t>     "--host", "0.0.0.0", "--port", "8000"]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Build, run, inspect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build creates an image from the Dockerfile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-p maps laptop port to container port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logs and ps help debugging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.dockerignore keeps images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46" b="0" i="0">
                <a:solidFill>
                  <a:srgbClr val="EAF7F5"/>
                </a:solidFill>
                <a:latin typeface="Courier New"/>
              </a:rPr>
              <a:t>docker build -t tasks-api:1.0 .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docker run -d -p 8000:8000 \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--name tasks tasks-api:1.0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docker ps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docker logs tasks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curl http://localhost:8000/health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docker stop tasks &amp;&amp; docker rm tasks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Image hardening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Anzen (安全):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Small base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slim or distroless: fewer packages, fewer vulnerabilities.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Non-root 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If the app is broken into, the attacker is not root.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secrets in layers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Secrets come from the platform at runtime, never COPY or ENV.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Pin and scan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Pin versions; scan the image in CI and fail on high findings.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hardened Dockerfile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Pinned slim base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pip cache, no build tools left behind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Runs as appuser, not root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HEALTHCHECK runs check.py, which calls /health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43" b="0" i="0">
                <a:solidFill>
                  <a:srgbClr val="EAF7F5"/>
                </a:solidFill>
                <a:latin typeface="Courier New"/>
              </a:rPr>
              <a:t>FROM python:3.12-slim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ENV PYTHONUNBUFFERED=1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WORKDIR /app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COPY requirements.txt .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RUN pip install --no-cache-dir \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-r requirements.txt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COPY app/ ./app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RUN useradd -m -u 10001 appuser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USER appuser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EXPOSE 8000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HEALTHCHECK CMD python /app/app/check.py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CMD ["uvicorn", "app.main:app",</a:t>
            </a:r>
          </a:p>
          <a:p>
            <a:r>
              <a:rPr sz="1043" b="0" i="0">
                <a:solidFill>
                  <a:srgbClr val="EAF7F5"/>
                </a:solidFill>
                <a:latin typeface="Courier New"/>
              </a:rPr>
              <a:t>     "--host", "0.0.0.0", "--port", "8000"]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Containerising back end and front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(1.5 hrs). The same image in every environment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Habits of a cloud-ready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Build once, deploy the same image everywhere with different settings.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Config from env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URLs, secrets and flags come from environment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files or sessions stored inside the container.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Health endpoints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/health says alive; /ready says able to serve.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Logs to stdout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Print logs; the platform collects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Multi-stage build for the React front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Stage 1 builds with Node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Stage 2 serves static files with nginx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Only the built files ship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 API keys in front-end builds (Day 11 rule)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15" b="0" i="0">
                <a:solidFill>
                  <a:srgbClr val="EAF7F5"/>
                </a:solidFill>
                <a:latin typeface="Courier New"/>
              </a:rPr>
              <a:t>FROM node:22-slim AS build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WORKDIR /web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COPY package*.json ./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RUN npm ci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COPY . .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RUN npm run build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FROM nginx:alpine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COPY --from=build /web/dist /usr/share/nginx/html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COPY nginx.conf /etc/nginx/conf.d/default.conf</a:t>
            </a:r>
          </a:p>
          <a:p>
            <a:r>
              <a:rPr sz="915" b="0" i="0">
                <a:solidFill>
                  <a:srgbClr val="EAF7F5"/>
                </a:solidFill>
                <a:latin typeface="Courier New"/>
              </a:rPr>
              <a:t>EXPOSE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docker compose: the full local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file describes several services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Services reach each other by name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Volumes keep database data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command starts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64" b="0" i="0">
                <a:solidFill>
                  <a:srgbClr val="EAF7F5"/>
                </a:solidFill>
                <a:latin typeface="Courier New"/>
              </a:rPr>
              <a:t>services: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api: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build: ./api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ports: ["8000:8000"]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environment: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  APP_ENV: local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  MONGO_URI: mongodb://db:27017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depends_on: [db]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web: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build: ./web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ports: ["8080:80"]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depends_on: [api]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db: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image: mongo:7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  volumes: ["mongo-data:/data/db"]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volumes:</a:t>
            </a:r>
          </a:p>
          <a:p>
            <a:r>
              <a:rPr sz="1164" b="0" i="0">
                <a:solidFill>
                  <a:srgbClr val="EAF7F5"/>
                </a:solidFill>
                <a:latin typeface="Courier New"/>
              </a:rPr>
              <a:t>  mongo-data: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17: images and CI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Hardened images for the SmartDesk API and dashboard.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CI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Test, bandit, pip-audit, npm audit and secret scan in the pipeline.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Report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Scan before and after fixes; log each finding in the template.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Day20_App_Build_Prompts.md. A human approves every merge.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add, commit, branch, merge. Small, explained pull requests.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Tests, SAST, dependency and secret scans fail the build. Fix, prove, re-run.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comments; a human approves.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Slim, non-root, scanned images. Same image everywhere.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20  |  Git, CI/CD and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Day20_Hotel_Lab.md: Git, Docker, gates, report v2.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20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21 pre-read on deploying to Azure.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21: Azure deployment and continuous delivery.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