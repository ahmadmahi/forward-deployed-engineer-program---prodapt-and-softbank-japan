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MCP 2026-07-28 on the current SDK, A2A v1.0 signed Agent Cards, agentic handoff and a sandboxed data agent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03 Dec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Senior FDE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 to 2 hrs, plus the FDE assessment debrief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 analysis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Safe code, sandboxed execution.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MCP 2026-07-28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Stateless, OAuth 2.1, Tasks.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A2A v1.0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Signed Agent Cards, the Agentic AI Foundation.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MCP server on the current SDK, used by an agent and Codex. NEW (v4)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a data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generated code and run it in a sandbox with limits.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MCP and 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Roles, primitives, the 2026-07-28 changes and signed Agent Cards.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an 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With MCPServer on mcp 2.x, called from a client and an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Connect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Add your MCP server to OpenAI Codex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Senior FDE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Senpai (先輩): A senior colleague who guides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A senior FDE walks through an agent deployment at a customer: legacy integration, security review, what broke in week one and how trust was rebuilt.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Then the FDE assessment debrief. Capture one lesson for your capstone.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 data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Plain-language questions, real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"Which city had the highest revenue?"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Model writes pandas code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AST: block imports, files, dunders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 in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Separate process, limits, no network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Answer with the number and the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Making generated code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Reading or deleting files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Block open, os, sys, subprocess; inspect the AST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Calling the internet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network in the sandbox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Endless loops, memory bombs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CPU, memory and time limits; row limits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Wrong but plausible answers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Show the code and the result table with the answer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Sensitive data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Only approved, masked datasets, mounted read-only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Sandboxed code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Not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exec() in your own process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blocklist of a few names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Full network and file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Container 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Separate container per run, deleted after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--network none, read-only file system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CPU, memory and time limits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Non-root user, approved data mounted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Today's notebook uses a subprocess with limits offline, and shows the Docker version for your laptop.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container sandbox in one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docker run --rm \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--network none --read-only --memory 256m --cpus 0.5 \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--pids-limit 64 --user 1000:1000 \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-v "$PWD/data:/data:ro" -v "$PWD/job:/job:ro" \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python:3.12-slim timeout 10 python /job/analysis.py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Docker Desktop on your laptop. Managed code interpreters give the same isolation as a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One standard plug for tools and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and after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Tsunagu (繋ぐ): To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Every app wires every tool its own way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 apps x M tools integrations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Hard to reuse or 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With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Tools exposed once as an MCP server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Any MCP-capable app can use them (including Codex)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Like USB for AI integrations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roles and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AI application the user works in (IDE, Codex, chat app, agent)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Client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connector inside the host that talks to one server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Exposes capabilities from a system (database, CRM, files)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Actions the model can call, with JSON schemas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Resources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Read-only data the host can load as context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Prompts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Reusable prompt templates offered by the server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2277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Transports: stdio for local servers, Streamable HTTP for remote 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specification 2026-07-28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Stateless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initialize handshake; clients discover once and each request stands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OAuth 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Remote servers verify bearer tokens with scopes and audience (resource indicators).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Long-running calls return a task: working, input_required, completed, failed, cancelled.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Caching hints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Servers say how long lists and results can be cached.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Checked against the Python SDK mcp 2.3.0, which negotiates protocol version 2026-07-28.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An MCP server on the current SDK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Atarashii (新しい):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mcp 2.x: FastMCP is now MCPServer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Decorators register tools, resources, prompts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Type hints become the schema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Remove old pins such as mcp&lt;2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EAF7F5"/>
                </a:solidFill>
                <a:latin typeface="Courier New"/>
              </a:rPr>
              <a:t>from mcp.server.mcpserver import MCPServer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mcp = MCPServer("smartdesk-tickets", version="1.0")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@mcp.tool()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def get_ticket(ticket_id: str) -&gt; str: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    """Look up a ticket, e.g. T-1001."""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    return lookup(ticket_id)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@mcp.resource("policy://sla")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def sla_policy() -&gt; str: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    return "P1: 4 hours. P2: 1 day."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if __name__ == "__main__":</a:t>
            </a:r>
          </a:p>
          <a:p>
            <a:r>
              <a:rPr sz="1000" b="0" i="0">
                <a:solidFill>
                  <a:srgbClr val="EAF7F5"/>
                </a:solidFill>
                <a:latin typeface="Courier New"/>
              </a:rPr>
              <a:t>    mcp.run()          # stdio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Calling it with mcp.Client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 the server object: in-process (tests)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 StdioServerParameters: local process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Pass a URL: remote Streamable HTTP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calls in all three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 i="0">
                <a:solidFill>
                  <a:srgbClr val="EAF7F5"/>
                </a:solidFill>
                <a:latin typeface="Courier New"/>
              </a:rPr>
              <a:t>from mcp import Client, StdioServerParameters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async with Client(mcp) as c:            # in-process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tools = await c.list_tools()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r = await c.call_tool("get_ticket",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                      {"ticket_id": "T-1001"})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print(c.protocol_version)           # 2026-07-28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params = StdioServerParameters(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    command="python", args=["mcp_server.py"])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async with Client(params) as c: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Remote MCP: stateless HTTP and OAuth 2.1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stateless_http=True: no server session to lose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TokenVerifier checks each bearer token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Require scopes per tool; short-lived tokens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the token audience is this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4" b="0" i="0">
                <a:solidFill>
                  <a:srgbClr val="EAF7F5"/>
                </a:solidFill>
                <a:latin typeface="Courier New"/>
              </a:rPr>
              <a:t>from mcp.server.auth.settings import AuthSettings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mcp = MCPServer("smartdesk", token_verifier=MyVerifier(),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    auth=AuthSettings(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        issuer_url="https://login.example.com",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        resource_server_url="https://mcp.example.com",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        required_scopes=["tickets:read"],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        validate_token_resource=True))</a:t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4" b="0" i="0">
                <a:solidFill>
                  <a:srgbClr val="EAF7F5"/>
                </a:solidFill>
                <a:latin typeface="Courier New"/>
              </a:rPr>
              <a:t>mcp.run("streamable-http", stateless_http=True)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Tasks: long-running tool calls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Client starts a slow tool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Task created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Server returns a task id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Client polls status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Input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Optional: ask the user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Client fetches the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Use for exports, scans and reports. Set a TTL and allow cancel.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from an agent and from Codex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From an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List MCP tools, wrap them as agent tools, let the agent call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From 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0">
                <a:solidFill>
                  <a:srgbClr val="1F4E55"/>
                </a:solidFill>
                <a:latin typeface="Calibri"/>
              </a:rPr>
              <a:t>Add the server in Codex settings (config.toml mcp_servers) or with 'codex mcp add'.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Least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Read-only tools for Codex; no customer data in a dev setup.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servers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Install only reviewed MCP servers. Pin versions.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Check the current Codex documentation for the exact commands in your version.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security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Authenticate remote servers (OAuth 2.1)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Anyone can otherwise call your tools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Least privilege per tool and scope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leaked token does less damage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Validate inputs, log every call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Audit and detect abuse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Treat tool results as untrusted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server can inject instructions into the model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Review and pin third-party servers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Supply chain risk (Day 23, Day 30)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Agent-to-Agent (A2A)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Agents from different teams and vendors working together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MCP and A2A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Agent to tools and data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Server exposes functions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agent stays in charge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A2A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Agent to agent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Each agent keeps its own tools and reasoning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Delegates whole tasks, gets results 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A2A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Agent Card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JSON at a well-known URL: name, skills, endpoint, auth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unit of work with a lifecycle: submitted, working, completed, failed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Turns of conversation between client and remote agent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result produced by the task: text, file or data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A2A v1.0 and signed Agent Cards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stable specification, with JSON-RPC and gRPC bindings.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Signed Agent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card is signed; clients verify it before trusting the skills and endpoint.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forged card could redirect tasks and data to an attacker.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Registry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Keep an approved list of agents and their public keys.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Check the A2A v1.0 specification for the exact card fields and signature format.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Agentic AI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neutral, Linux Foundation home for open agent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MCP and AGENTS.md among others; OpenAI is a co-founder.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FDEs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Customers prefer open, vendor-neutral standards for long-lived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A2A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Also governed under the Linux Foundation, with broad industry adoption.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Agentic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Never make the next person start from zero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good handoff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goal and where things stand, in two sentences.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Facts collected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 id, amounts, what the customer said.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Steps tried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Tools called and their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Why the handoff: policy, low confidence, angry customer.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Suggested next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What the receiver should probably do.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Urgency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How quickly a response is needed.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get_ticket, list_open_tickets, update_status; resource policy://sla.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Day 27 assistant now uses the tools through MCP.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Add the server to Codex, read-only, for local development.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Analytics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Sandboxed pandas over approved ticket CSVs.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the AST, run in a sandbox with limits, show the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MCPServer on mcp 2.x; stateless, OAuth 2.1, Tasks in 2026-07-28.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Agent to agent; verify signed Agent Cards before delegating.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Summary, facts, steps, reason, next step, urgency.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28  |  Agent Protocols (MCP, A2A) and Advanced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Monday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Day28_Hotel_Lab.md: MCP server, agent run, sandbox.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28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30 pre-read on AI security.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on Monday for Day 30: LLM security and guardrails.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Yoi shuumatsu wo (良い週末を): Have a great weekend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