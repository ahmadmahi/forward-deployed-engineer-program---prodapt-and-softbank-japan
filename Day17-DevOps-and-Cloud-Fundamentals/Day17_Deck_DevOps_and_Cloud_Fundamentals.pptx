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DevOps and Cloud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DevOps and CI/CD, DevSecOps scanning, cloud models and migration paths, Azure and Azure DevOps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Wed 18 Nov 2026  |  Basics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17  |  DevOps and Cloud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DevOps and CI/CD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Culture, the loop, automated build and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DevSecOps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SAST, dependency and secret scanning. NEW (v4)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Cloud basics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IaaS, PaaS, SaaS; regions; migration paths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Azure DevOps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Boards, Repos, Pipelines (web)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Assessment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Basics assessment 3 (1.5 hrs)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17  |  DevOps and Cloud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Explain DevOps and CI/CD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Describe the loop, CI, delivery and deployment.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Add security to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Run SAST, dependency and secret scans, and read the results.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Pick a cloud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Choose IaaS, PaaS or SaaS and a migration path for a scenario.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Navigate Azure DevOps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Boards, Repos and Pipelines in the browser.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How today is organised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17  |  DevOps and Cloud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 hr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DevOps and CI/CD concepts; DevSecOps intro (NEW v4)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2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1.5 hrs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IaaS, PaaS, SaaS; Azure regions and resource groups; migration paths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 hrs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Azure DevOps: Boards, Repos, Pipelines (web)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Assessment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1.5 hrs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Basics assessment 3: testing, data engineering, DevOps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DevOps and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1 (1 hr): building and running software as one team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and after 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17  |  DevOps and Cloud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Separate silos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Developers "throw code over the wall"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Operations deploy months later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Big, risky releases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Blame when things break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DevOps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One team owns build and run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Small changes shipped often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Automation everywhere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Learn from failures without blame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DevOps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17  |  DevOps and Cloud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Boards, backlog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Branches, reviews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Build +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Automated CI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Automated CD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Logs, alerts, feedback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The loop never ends: what you learn in production shapes the next plan.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Three CI/CD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17  |  DevOps and Cloud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happens automatically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Human step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Continuous Integration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Every push is built and tested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Merge when green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Continuous Delivery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Every green build is ready to release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Click to deploy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Continuous Deployment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Every green build goes to production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706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Most teams start with CI, then add delivery. Full deployment needs strong tests.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typical CI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17  |  DevOps and Cloud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Kaizen (改善):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Push or pull request</a:t>
            </a:r>
          </a:p>
        </p:txBody>
      </p:sp>
      <p:sp>
        <p:nvSpPr>
          <p:cNvPr id="11" name="Chevron 10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Install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Dependencies</a:t>
            </a:r>
          </a:p>
        </p:txBody>
      </p:sp>
      <p:sp>
        <p:nvSpPr>
          <p:cNvPr id="17" name="Chevron 16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Lint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Style and obvious bugs</a:t>
            </a:r>
          </a:p>
        </p:txBody>
      </p:sp>
      <p:sp>
        <p:nvSpPr>
          <p:cNvPr id="23" name="Chevron 22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Unit and integration</a:t>
            </a:r>
          </a:p>
        </p:txBody>
      </p:sp>
      <p:sp>
        <p:nvSpPr>
          <p:cNvPr id="29" name="Chevron 28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Package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Artifact or 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If any step fails, the pipeline stops and the team is told immediately.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DevSecOps: security inside the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17  |  DevOps and Cloud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Shift left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Find security problems at commit time, not after release.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Everyone's job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Developers fix findings like failing tests.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Automated gates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Scans run in CI on every push and pull request.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AI-generated code too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Code from Codex goes through the same scans and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Three scans every Python project should run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17  |  DevOps and Cloud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Scan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Finds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Tool today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SAST (static analysis)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Risky code: eval, shell=True, hard-coded passwords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bandit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Dependency scanning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Libraries with known vulnerabilities (CVEs)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pip-audit (npm audit for JS)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Secret scanning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Keys, tokens and passwords committed to the repo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 secret scanner in CI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27706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Day 20 turns these into CI gates and vulnerability report v2.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Reading a bandit finding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17  |  DevOps and Cloud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Each finding has an ID, severity and confidence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It points to the file and line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Fix the code, or justify and suppress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Never suppress just to make CI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773" b="0" i="0">
                <a:solidFill>
                  <a:srgbClr val="EAF7F5"/>
                </a:solidFill>
                <a:latin typeface="Courier New"/>
              </a:rPr>
              <a:t>&gt;&gt; Issue: [B602:subprocess_popen_with_shell_equals_true]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   subprocess call with shell=True identified,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   security issue.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   Severity: High   Confidence: High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   Location: app/report.py:12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11  def export(name):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12      subprocess.run(f"zip {name}.zip data", shell=True)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Fix: subprocess.run(["zip", f"{name}.zip", "data"])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Cloud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2 (1.5 hrs): who manages what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IaaS, PaaS and 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17  |  DevOps and Cloud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You manage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Provider manages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Azure 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On-premises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Everything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Nothing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Your own servers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IaaS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OS, runtime, app, data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Hardware, network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Virtual Machines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PaaS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App and data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OS, runtime, scaling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App Service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SaaS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Your data and users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Everything else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Microsoft 365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The pizza analogy: make it at home, take and bake, delivery, or dine out.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Choosing 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17  |  DevOps and Cloud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FDEs usually prefer PaaS for speed, and IaaS only when the customer requires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IaaS when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You need full control of the OS or special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PaaS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You want to deploy code and let the platform run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SaaS when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ready-made product already solves the problem.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How Azure is organised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17  |  DevOps and Cloud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Tenant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Your organisation's identity (Entra ID)</a:t>
            </a:r>
          </a:p>
        </p:txBody>
      </p:sp>
      <p:sp>
        <p:nvSpPr>
          <p:cNvPr id="10" name="Chevron 9"/>
          <p:cNvSpPr/>
          <p:nvPr/>
        </p:nvSpPr>
        <p:spPr>
          <a:xfrm>
            <a:off x="2356865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461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605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Subscription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433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Billing and access boundary</a:t>
            </a:r>
          </a:p>
        </p:txBody>
      </p:sp>
      <p:sp>
        <p:nvSpPr>
          <p:cNvPr id="16" name="Chevron 15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3202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345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Resource 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174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Folder for related resources</a:t>
            </a:r>
          </a:p>
        </p:txBody>
      </p:sp>
      <p:sp>
        <p:nvSpPr>
          <p:cNvPr id="22" name="Chevron 21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69429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086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9157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Apps, databases, 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Delete a resource group and everything inside goes with it: great for clean up, dangerous by accident.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Regions and resource groups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17  |  DevOps and Cloud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Pick a 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Close to users and where data must stay, for example Japan East.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0E3B43"/>
                </a:solidFill>
                <a:latin typeface="Calibri"/>
              </a:rPr>
              <a:t>One group per app and stage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rg-smartdesk-dev, rg-smartdesk-prod.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Tag everything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owner, project, stage. Helps cost and clean up.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Clean 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Delete training resource groups after Day 21.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Cloud migration paths: rehost to replace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17  |  DevOps and Cloud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changes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Rehost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Nothing in the app; move the VM (lift and shift)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Old ticketing server to an Azure VM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Replatform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Small changes to use a managed service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Same app, database moved to Azure SQL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Refactor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Code changes, same design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Add config and health checks for App Service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Rearchitect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Change the design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Split a monolith into services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Rebuild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Write it again, cloud native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New FastAPI + React app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Replace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Buy instead of build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Move to a SaaS helpdesk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22776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Left is faster and cheaper to start; right gives more cloud benefit. Day 23 revisits this.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Azure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3 (2 hrs): one tool chain for the whole loop, in the browser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Azure DevOps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17  |  DevOps and Cloud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Boards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Backlog, sprints, work items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Repos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Git repositories and pull requests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Today and Day 20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Pipelines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CI/CD with YAML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Today, Days 20 and 21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Test Plans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Manual and exploratory testing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Overview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Artifacts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Package feeds (pip, npm)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Overview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3872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GitHub plus GitHub Actions is a common alternative with the same ideas.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Web walkthrough: from story to green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17  |  DevOps and Cloud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Boards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Create a user story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Repos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Import the SmartDesk repo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Branch + 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Link the story to the PR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Pipelines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New pipeline from YAML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Run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Read each step's 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Everything today runs in the browser. No local Azure tools are needed.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pipeline file with a security stage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17  |  DevOps and Cloud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Lives in the repo as azure-pipelines.yml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Stages run in order; any failure stops the run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Build: lint and test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Security: bandit and pip-audit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16" b="0" i="0">
                <a:solidFill>
                  <a:srgbClr val="EAF7F5"/>
                </a:solidFill>
                <a:latin typeface="Courier New"/>
              </a:rPr>
              <a:t>trigger: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- main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pool: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vmImage: ubuntu-latest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stages: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- stage: Build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  jobs: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    - job: test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      steps: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        - script: pip install -r requirements-dev.txt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        - script: ruff check .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        - script: pytest -q --junitxml=results.xml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- stage: Security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  jobs: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    - job: scan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      steps: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        - script: pip install bandit pip-audit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        - script: bandit -r app -ll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        - script: pip-audit -r requirements.txt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15: lint, tests and pipeline YAML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17  |  DevOps and Cloud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ruff check passes on the whole repo.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pytest -q with JUnit results published.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Pipeline YAML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Build and Security stages in azure-pipelines.yml.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with Codex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Day17_App_Build_Prompts.md. Review every line Codex writes.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Assessment: Basics assessment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17  |  DevOps and Cloud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Ganbatte kudasai (頑張ってください): Please do your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Basics assessment 3 (1.5 hrs): testing, data engineering and DevOps.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Covers Days 15 to 17: PyTest and TestClient, ETL and data quality, Spark and SQL, CI/CD, cloud models and DevSecOps scans. Quick MCQs first, then the coding task.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17  |  DevOps and Cloud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DevOps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One team, small changes, automation, blameless learning.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DevSecOps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SAST, dependency and secret scans on every push.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IaaS control, PaaS speed, SaaS ready-made; rehost to replace.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Azure DevOps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Boards, Repos, Pipelines; YAML in the repo.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17  |  DevOps and Cloud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Day17_Hotel_Lab.md: YAML plus a one-paragraph explanation.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17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18 pre-read on giving AI the right information.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18: context engineering and RAG foundations.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