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|  React UI Logic and API Integration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UI Logic and API Integration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rendering, lists, the Fetch API, and React talking to FastAPI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11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UI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right thing at the right time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keys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arrays of data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when a component appears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states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error and empty screens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stack app end to end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the UI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&amp;&amp;, ternaries and early returns to show the right view.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lists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arrays to components with stable keys.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data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APIs with useEffect and handle loading and errors.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full stack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React UI to a FastAPI back end with CORS.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rendering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data, different screen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show things conditionally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840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Use when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&amp;&amp;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something or nothing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{isAdmin &amp;&amp; &lt;AdminPanel /&gt;}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: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between two things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{loggedIn ? &lt;Logout /&gt; : &lt;Login /&gt;}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return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component changes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(loading) return &lt;Spinner /&gt;;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Careful: {count &amp;&amp; &lt;p&gt;...&lt;/p&gt;} shows 0 when count is 0. Use {count &gt; 0 &amp;&amp; ...}.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returns for clear screens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special cases first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view stays simple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has a clear screen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always know what is happening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1764792"/>
          </a:xfrm>
          <a:prstGeom prst="roundRect">
            <a:avLst>
              <a:gd name="adj" fmla="val 4145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Orders({ loading, error, orders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(loading) return &lt;p&gt;Loading orders...&lt;/p&gt;;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(error) return &lt;p&gt;Error: {error}&lt;/p&gt;;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(orders.length ===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&lt;p&gt;No orders yet.&lt;/p&gt;;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&lt;p&gt;You have {orders.length} orders&lt;/p&gt;;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and keys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arrays to screens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Rendering a list with map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turns each item into JSX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needs a unique key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id from your data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array index if items move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10612"/>
          </a:xfrm>
          <a:prstGeom prst="roundRect">
            <a:avLst>
              <a:gd name="adj" fmla="val 280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36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tasks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1, title: "Read post-read", done: true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2, title: "Workbook", done: false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{tasks.map(t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 key={t.id}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className={t.done ? "done" : ""}&gt;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{t.title}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&lt;/li&gt;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keys matter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tell React which item is which between renders.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updates only the items that changed.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stable keys, inputs and checkboxes can jump between rows.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Hitotsu hitotsu (一つ一つ): One by one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Filter, sort and derive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original list in state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visible list when rendering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state for computed values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boxes work this way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1764792"/>
          </a:xfrm>
          <a:prstGeom prst="roundRect">
            <a:avLst>
              <a:gd name="adj" fmla="val 4145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[query, setQuery] = useState("");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[showDone, setShowDone] = useState(true);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visible = tasks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.filter(t =&gt; showDone || !t.done)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.filter(t =&gt; t.title.toLowerCase()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.includes(query.toLowerCase()))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.sort((a, b) =&gt; a.title.localeCompare(b.title));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Fetching data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and the Fetch API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of a data-loading component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render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loading state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runs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screen is drawn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JSON from the API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data or error, React re-renders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useEffect + fetch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empty [] means: run once on mount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loading and error in state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res.ok before reading JSON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show something for each state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779776"/>
          </a:xfrm>
          <a:prstGeom prst="roundRect">
            <a:avLst>
              <a:gd name="adj" fmla="val 263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[tasks, setTasks] = useState([]);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[loading, setLoading] = useState(true);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[error, setError] = useState(null);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fetch(API + "/api/tasks")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.then(res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(!res.ok) throw new Error(res.status);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res.json();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.then(setTasks)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.catch(err =&gt; setError(err.message))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.finally(() =&gt; setLoading(false));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Sending data with POST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fetch, with method and body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Content-Type to JSON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state with the server's reply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the button while saving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103120"/>
          </a:xfrm>
          <a:prstGeom prst="roundRect">
            <a:avLst>
              <a:gd name="adj" fmla="val 3478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addTask(title)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fetch(API + "/api/tasks",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method: "POST",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headers: {"Content-Type": "application/json"},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JSON.stringify({ title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(!res.ok) throw new Error("Save failed");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created = await res.json();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setTasks(prev =&gt; [...prev, created]);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FastAPI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 of one app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stack request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(5173)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Add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POST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to the API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(8000)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with Pydantic, saves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+ JSON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adds it to the list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ports means two different origins, so the browser asks the API for CORS permission.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Enabling CORS in FastAPI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front end's origin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methods and headers you use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* with credentials in production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setting you saw on Day 8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086204"/>
          </a:xfrm>
          <a:prstGeom prst="roundRect">
            <a:avLst>
              <a:gd name="adj" fmla="val 350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811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fastapi.middleware.cors import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CORSMiddleware)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app.add_middleware(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CORSMiddleware,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allow_origins=["http://localhost:5173"],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allow_methods=["*"],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allow_headers=["*"],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run the full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(real projects)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 on port 5173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on port 8000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configured on the API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separately later (Week 4)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together (today's notebook)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also serves index.html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calls /api/... on the same origin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CORS needed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Colab with one port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Task Board: FastAPI with CRUD endpoints, React with loading and error states, add, toggle, delete and a search filter.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browser's DevTools Network tab and watch every request go out.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UI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&amp;&amp;, ternary, early returns. One clear screen per state.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JSX with stable keys from your data.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+ fetch; track loading, error and data.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calls FastAPI; CORS when origins differ.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12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12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13 pre-read on testing and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13: testing and an introduction to data engineering.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12: React UI Logic and API Integration</dc:title>
  <dc:subject>PptxGenJS Presentation</dc:subject>
  <dc:creator>Ahmed</dc:creator>
  <cp:lastModifiedBy>Ahmed</cp:lastModifiedBy>
  <cp:revision>1</cp:revision>
  <dcterms:created xsi:type="dcterms:W3CDTF">2026-10-03T06:55:27Z</dcterms:created>
  <dcterms:modified xsi:type="dcterms:W3CDTF">2026-10-03T06:55:27Z</dcterms:modified>
</cp:coreProperties>
</file>