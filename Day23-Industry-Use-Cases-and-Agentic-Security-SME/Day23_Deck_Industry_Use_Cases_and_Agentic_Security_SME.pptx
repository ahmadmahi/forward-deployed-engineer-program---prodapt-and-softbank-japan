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GenAI by industry, maturity levels and enterprise do's and don'ts, then an SME session on security in the agentic world, Patching as a Service and Code Modernisation as a Service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26 Nov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(30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GenAI by industry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Telecom, BFSI, retail, healthcare, manufacturing.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Maturity levels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Experiment to agentic; pilot to production.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Do's and don'ts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Privacy, oversight, value, transparency.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SME: agentic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Identity, tools, OWASP, supply chain.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SME: services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Patching and Code Modernisation as a Service.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Map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Match GenAI use cases to an industry and spot the main risk in 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0E3B43"/>
                </a:solidFill>
                <a:latin typeface="Calibri"/>
              </a:rPr>
              <a:t>Place a system on the maturity ladder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Say what it takes to move a pilot to production.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Secure an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Apply scoped identity, deny-by-default tools and the OWASP agentic themes.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Patch and modernise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Scan, patch with Codex, prove fixes with tests, migrate in small steps.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GenAI by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1: where GenAI earns its keep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Common use cases by industry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Industry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GenAI use cases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Telecom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Care assistant, incident summaries, ticket triage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Customer data, outage errors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BFSI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KYC and claim extraction, compliance search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Regulation, explainability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Retail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Product content, search, support chat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Brand tone, wrong prices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Healthcare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Clinical note drafts for review, patient FAQs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Safety, privacy, sign-off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Manufacturing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Maintenance manual search, quality reports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Unsafe advice, IP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Illustrative examples. Check every use case against the customer's own data and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Telecom deep dive (illustrative scenarios)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Care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Answers plan and billing questions from approved FAQs, with citations. Hands over to a human.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Incident summaries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Turns alarm floods and chat logs into a timeline for the on-call engineer.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Field guidance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Searches manuals and past tickets for the engineer on site, offline if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Ticket triage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Classifies and routes tickets; a small model handles volume (Day 25).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SmartDesk, our running project, sits in the care assistant and triage space.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 good first use case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8229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High volume, repetitive work with clear right answers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Data you are allowed to use, already in digital form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human stays in the loop for anything that affects money, safety or rights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baseline you can measure today (time, cost, quality)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Low blast radius if the model is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Avoid starting with the hardest, riskiest process just because it is exciting.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Maturity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From experiment to agentic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GenAI maturity ladder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Experiment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Notebook or demo, no real users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Real users, small scope, close watch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SLAs, monitoring, support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Scaled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Many teams, shared platform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Agentic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Agents act with tools, under guardrails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Most organisations have many experiments and few systems in production.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changes at each level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Experiment / pilot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Production / scaled / agentic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Ownership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enthusiastic team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Named owner, on-call, budget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Sample or copied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Governed access, retention, consent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Looks good in a demo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Golden sets, evals, quality gates (Days 31 to 32)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Shared key, broad access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Scoped identity, guardrails, red-team (Day 30)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Nobody tracks 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Budgets, per-user quotas, cost per task (Day 25)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Manual restarts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Tracing, drift watch, rollback (Days 33 to 35)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moves a pilot to production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measured win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Baseline vs pilot numbers the business agrees with.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An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Someone accountable for quality, cost and incidents.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golden set and a gate that blocks bad releases.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Security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Threat model, OWASP checklist, vulnerability report.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Cost per task at expected volume, with a budget.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Monitoring, alerts, rollback and human escalation.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Enterprise do's and don'ts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Privacy, oversight, value and transparency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Do's and don'ts for enterprise GenAI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Use only data you are allowed to use; minimise personal data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Keep a human in the loop for high-impact decisions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Measure value against a baseline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Tell people when they are dealing with AI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Log, evaluate and review regularly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Don't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Paste customer data or secrets into prompts or tools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Let an agent act on money, safety or rights unchecked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Ship because the demo looked good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Hide AI-generated content or decisions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0E3B43"/>
                </a:solidFill>
                <a:latin typeface="Calibri"/>
              </a:rPr>
              <a:t>•  Assume the model or provider never changes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Transparency rules to know about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 about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FDEs do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EU AI Act, Article 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Tell people they deal with AI; mark AI-generated content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Label AI chat and content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Japan AI Business Guidelines v1.2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Voluntary, risk-based guidance for AI businesses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 as a checklist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Customer policies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Contracts, data residency, sector rules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Ask early; write them down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Not legal advice. Rules change: check current official sources and the customer's legal team.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Security in the agentic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2: SME session (4 hrs)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agents change the security picture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They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Agents call tools that change data, send messages and spend money.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They read untrusted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Tickets, web pages and documents can carry hidden instructions.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They remember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Long-term memory can be poisoned and can leak (Day 27).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They talk to each other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Agent-to-agent calls and MCP servers widen the attack surface (Day 28).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Agent identity and scoped tokens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agent has its own identity, not a shared key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Tokens carry scopes: exactly what the agent may do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Short-lived (minutes), revocable, audited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long-lived keys in prompts, code or memory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75" b="0" i="0">
                <a:solidFill>
                  <a:srgbClr val="EAF7F5"/>
                </a:solidFill>
                <a:latin typeface="Courier New"/>
              </a:rPr>
              <a:t>claims = {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"sub": "agent:smartdesk-triage",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"scope": ["tickets:read",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          "tickets:classify"],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"aud": "smartdesk-api",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  "exp": now + 15 * 60,     # 15 minutes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}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# tickets:close is NOT granted.</a:t>
            </a:r>
          </a:p>
          <a:p>
            <a:r>
              <a:rPr sz="1275" b="0" i="0">
                <a:solidFill>
                  <a:srgbClr val="EAF7F5"/>
                </a:solidFill>
                <a:latin typeface="Courier New"/>
              </a:rPr>
              <a:t># The API checks scope on every call.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Tool permissions: deny by default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Allowed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Approval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search_kb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Read-only, public FAQ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read_ticket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Read-only, scoped to the customer's tickets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refund_customer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 approval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Moves money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close_ticket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Supervisor agent only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Changes state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delete_customer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 needed for this agent's job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any unknown tool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Deny by default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OWASP agentic risks: the themes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Goal and instruction hijack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Untrusted text changes what the agent tries to 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misuse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Legitimate tools used in harmful ways.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Identity and privilege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Over-powered or shared credentials.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Malicious or vulnerable MCP servers, skills and packages.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Memory poisoning (ASI06)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Bad data stored and reused later.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674620"/>
            <a:ext cx="25908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28575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Cascades and rogue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332987"/>
            <a:ext cx="22250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Failures spread; agents drift from intent.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Source: OWASP GenAI Security Project, Dec 2025. Use the official list for exact IDs (checklist in shared/templates).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and skill supply chain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Treat them like packages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 MCP server or skill is code plus instructions you did not write.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Pin and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Pin versions, record hashes, review changes before upgrading.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Least privilege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Give each server only the scopes it needs; prefer OAuth over static keys.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Keep a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Source, version, reviewer, date. Remove what you do not 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Public audits in 2026 found malicious skills in the wild. Review before you install.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Patching as a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Continuous, AI-assisted, human-approved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patching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bandit, pip-audit, npm audit, image scans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Severity, reachability, owner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Codex proposes, engineer decides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Prove the fix; run the full suite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Roll 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Approve, deploy, monitor,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model proposes; the engineer decides. Every fix needs a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Service levels: an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fix target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Approval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Critical (exploited or easy to exploit)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Days, with an emergency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Service owner, same day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Within the next sprint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Change board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Within a planned release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Normal review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Batch with other work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Normal review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Example only. Agree real targets with the customer, based on their contract and risk policy.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Code Modernisation as a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Assess, plan, migrate with coding agents,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Plan: from rehost to rebuild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changes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Rehost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Same code, new infrastructure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 exit from old hardware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Replatform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changes to use managed services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Quick wins, low risk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Refactor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Improve code structure, same 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Code is valuable but hard to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Rearchitect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Split or redesign (for example into APIs)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Scale or agility limits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Rebuild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Rewrite with modern stack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Old code blocks the business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Replace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Buy or adopt a product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Commodity function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Migrating safely with coding agents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Assess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Inventory, risks, dependencies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Characterise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Tests that record today's behaviour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Small 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Codex migrates one piece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tests pass; review the diff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Commit, then the next piece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Tests first. If behaviour changes on purpose, document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Telecom scenarios (illustrative)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Legacy billing 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Nightly CSV jobs moved to an API with the same parsing rules, proven by tests.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Ticketing monolith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Search and import split into FastAPI services, one module at a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Outdated dependencies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monthly patching cycle with scans in CI and a vulnerability report.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Shell scripts on servers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Diagnostics rewritten without shell calls, inputs validated.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Scenarios for discussion, not real customer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Assignment: Patch and Modernise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Due Day 25, 09:30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Patch and Modernise: what to 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you deliver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bandit, pip-audit and npm audit output on the starter repo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Vulnerability report: finding, severity, file, fix, verified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Codex-proposed fixes, each proven by a test; scans re-run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Modernise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legacy module migrated in small verified steps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Explain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One-page note: approach, risks, what you would offer as a service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Submit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Pull request plus report and note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Starter repo: shared/PatchAndModernise_Starter/. Reviewed in the Day 25 opening slot.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Rubric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Points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Findings identified and correctly rated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Fixes work and are proven by tests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Modernisation done in safe, verified steps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Clarity of report and service note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E3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E3B4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Patch and modernise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Apply the same method to SmartDesk's legacy CSV import module.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Maturity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Place SmartDesk on the ladder; list what is missing for the next level.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Fill in the OWASP agentic checklist for SmartDesk's assistant.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Day23_App_Build_Prompts.md. Review every line Codex writes.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Start with high-volume, measurable, low blast-radius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Production needs an owner, evals, security, a cost model and a runbook.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Agentic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Scoped identity, deny-by-default tools, trusted supply chain.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Patching and modernisation: scan, test first, small verified steps.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the next technical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23  |  Industry Use Cases and Agentic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Day 25 starts with a quiz on today and the assignment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Day23_Hotel_Lab.md: scans and the draft vulnerability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Finish Patch and Modernise. Due Day 25, 09:30.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25 pre-read on SLMs and token cost.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Next: Day 24, FDE Mindset Session 4. Patch and Modernise assignment due Day 25, 09:30.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