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|  Functions, Data Structures and Files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Functions, Data Structures and Files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code, organising data, and reading and writing CSV and JSON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1 to warm up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steps into reusable blocks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tuples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collections of items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and dicts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 and key value lookups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dicts, the shape of real data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text, CSV and JSON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functions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functions with parameters, defaults and return values.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structure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list, tuple, set or dict for the job at hand.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loop through nested lists and dictionaries.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data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load data with CSV and JSON files.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once, use many times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functions?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functions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steps copied in many places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must be fixed everywhere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scripts that are hard to read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functions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written once, called by name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 one place, fixed everywhere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named blocks that explain themselves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and calling a function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starts a function definition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are the inputs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sends a result back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it by name with arguments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add_gst(price, rate=18):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 = price * rate / 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price + tax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print(add_gst(1000))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print(add_gst(1000, rate=5))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1180.0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1050.0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 vocabulary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in the definition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 greet(name)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Argument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passed in the call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greet("Mei")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when nothing is passed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rate=18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handed 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 variable is visible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vs 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without return gives back None.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Flexible functions: *args and **kwargs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collects extra positional values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collects extra named values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helpers that accept many inputs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makes a tiny one line function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16606"/>
          </a:xfrm>
          <a:prstGeom prst="roundRect">
            <a:avLst>
              <a:gd name="adj" fmla="val 242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4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total(*nums):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sum(nums)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profile(**info):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k, v in info.items():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print(k, "=", 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print(total(2, 4, 6))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profile(name="Arjun", city="Osaka")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 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print(square(5))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organise many values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built-in collections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15544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Looks like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Ordered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Changeable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Duplicates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list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2, 2]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tuple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(1, 2, 2)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{1, 2}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dict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{"a": 1}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Keys: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by asking: do I need order, changes, uniqueness or lookup by name?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Lists: your everyday collection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from 0, negative counts from the end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append() adds, remove() deletes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Slicing [start:stop] copies a part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len() gives the size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"mango", "kiwi"]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fruits.append("banana")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print(fruits[0], fruits[-1])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print(fruits[1:3])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print(len(fruits))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apple banana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['mango', 'kiwi']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new list in one readable line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[expression for item in list]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 to filter items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result as a for loop with append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390699"/>
          </a:xfrm>
          <a:prstGeom prst="roundRect">
            <a:avLst>
              <a:gd name="adj" fmla="val 306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16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prices = [120, 450, 80, 990]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with_tax = [p * 1.18 for p in prices]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 = [p for p in prices if p &lt; 200]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print(cheap)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[120, 80]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 and sets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 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and cannot change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fixed records: (lat, lon)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unpacked: x, y = point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faster and safer than lists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{ }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items only, no order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duplicates: set(my_list)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membership test: x in 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Maths: union |, intersection &amp;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Dictionaries: look up by key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 pairs, like a real dictionary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unique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 avoids errors for missing keys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items() loops over pairs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832458"/>
          </a:xfrm>
          <a:prstGeom prst="roundRect">
            <a:avLst>
              <a:gd name="adj" fmla="val 399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55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"Yuki", "score": 88}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student["city"] = "Chennai"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print(student.get("age", "N/A"))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student.items():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print(key, ":", value)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data: how real data looks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dictionaries is like a table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dict is one row, keys are columns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and access fields by name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shape of JSON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38451"/>
          </a:xfrm>
          <a:prstGeom prst="roundRect">
            <a:avLst>
              <a:gd name="adj" fmla="val 3268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64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1, "item": "Pen", "qty": 3},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2, "item": "Book", "qty": 1},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o in orders: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print(o["item"], "x", o["qty"])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sum(o["qty"] for o in orders)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print("Total items:", total)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Renshuu (練習): Practice. Add a third order!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handling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after the program ends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with a file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9352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93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open(path, mode) with r, w or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6933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708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41680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write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44424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read(), readlines(), write()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921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56960" y="1371600"/>
            <a:ext cx="2529840" cy="2286000"/>
          </a:xfrm>
          <a:prstGeom prst="roundRect">
            <a:avLst>
              <a:gd name="adj" fmla="val 32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9328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932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66688" y="2148840"/>
            <a:ext cx="2310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294120" y="2560320"/>
            <a:ext cx="225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closes the file for you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prefer: with open("notes.txt", "w") as f: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files with with open()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"w" overwrites, "a" appends, "r" reads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closes the file automatically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the file to read line by line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removes the newline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69287"/>
          </a:xfrm>
          <a:prstGeom prst="roundRect">
            <a:avLst>
              <a:gd name="adj" fmla="val 353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794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open("notes.txt", "w") as 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f.write("Day 2\n")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f.write("Functions\n")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open("notes.txt") as 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line in f: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print(line.strip())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files: spreadsheets as text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stores rows, comma separated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csv.DictWriter writes dicts as rows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 reads rows as dicts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newline="" when writing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csv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[{"name": "Ana", "marks": 81},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{"name": "Ken", "marks": 67}]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["name", "marks"]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open("marks.csv", "w", newline="") as 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 = csv.DictWriter(f, cols)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w.writeheader()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w.writerows(rows)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open("marks.csv") as 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r in csv.DictReader(f):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print(r["name"], r["marks"])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files: the language of APIs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looks like Python dicts and lists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json.dump writes, json.load reads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indent=2 makes it human friendly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use JSON in every API this course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{"app": "Planner",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"version": 2,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"tags": ["study", "python"]}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open("config.json", "w") as 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json.dump(config, f, indent=2)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open("config.json") as f: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json.load(f)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print(data["tags"][0])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or JSON?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CSV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JSON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of 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rows and columns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Nested objects and lists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in Excel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directly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 web APIs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 is 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Numbers, bools, null kept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tables go to CSV, structured records go to JSON.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Day 2 notebook and problem sheet. Build the contact book step by step: functions first, then the data, then save it to a file.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test each function on its own before connecting them together.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parameters, return. Small, named and reusable.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ordered, tuple fixed, set unique, dict key value.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data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of dicts model real records and JSON.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open() for text, csv module for tables, json for structured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2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2 workbook in Word or Google Docs.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3 pre-read on objects and good design.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3: OOP and design principles.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2: Functions, Data Structures and Files</dc:title>
  <dc:subject>PptxGenJS Presentation</dc:subject>
  <dc:creator>Ahmed</dc:creator>
  <cp:lastModifiedBy>Ahmed</cp:lastModifiedBy>
  <cp:revision>1</cp:revision>
  <dcterms:created xsi:type="dcterms:W3CDTF">2026-10-03T06:21:00Z</dcterms:created>
  <dcterms:modified xsi:type="dcterms:W3CDTF">2026-10-03T06:21:00Z</dcterms:modified>
</cp:coreProperties>
</file>