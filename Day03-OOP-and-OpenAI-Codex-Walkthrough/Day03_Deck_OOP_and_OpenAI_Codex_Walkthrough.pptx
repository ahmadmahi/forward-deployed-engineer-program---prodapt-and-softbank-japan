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Classes, inheritance and exceptions in the morning; structured AI-assisted coding with OpenAI Codex in the afternoon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28 Oct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1 (1.5 hrs)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Classes, objects, inheritance, overriding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2 (1.5 hrs)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Exceptions, modules, dependency hygiene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3 (1.5 hrs)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OpenAI Codex in VS Code.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Session 4 (1.5 hrs)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rules, models, security, cost.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 step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Classes plus your first Codex feature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 with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Create classes with __init__, methods, inheritance and overriding.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Fail safely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try, except, else, finally, custom exceptions and pinned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Codex well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Explain, generate and test code with Codex, reviewing every diff.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Stay safe and cheap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Pick the right model, check AI code for security, watch token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Classes and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(1.5 hrs): bundling data and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Blueprint and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Class (blueprint)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Describes what something has and does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Written once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Example: Ticket with priority and close()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Object (building)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real thing made from the blueprint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Create as many as you need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Example: t = Ticket("Mei", "No signal")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Your first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class defines the blueprint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__init__ runs when an object is created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self means "this object"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Methods are functions inside a class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43" b="0" i="0">
                <a:solidFill>
                  <a:srgbClr val="EAF7F5"/>
                </a:solidFill>
                <a:latin typeface="Courier New"/>
              </a:rPr>
              <a:t>class BankAccount: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def __init__(self, owner, balance=0):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    self.owner = owner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    self.balance = balance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def deposit(self, amount):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    self.balance += amount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        return self.balance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acc = BankAccount("Hana", 500)</a:t>
            </a:r>
          </a:p>
          <a:p>
            <a:r>
              <a:rPr sz="1243" b="0" i="0">
                <a:solidFill>
                  <a:srgbClr val="EAF7F5"/>
                </a:solidFill>
                <a:latin typeface="Courier New"/>
              </a:rPr>
              <a:t>print(acc.deposit(250))   # 750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four pillars of 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Encapsulation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Keep data and the methods that change it together.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Abstraction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Show what an object does, hide how it does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Inheritance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new classes on top of existing ones.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Polymorphism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Same method name, different behaviour per class.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Inheritance and overriding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Child class inherits everything from the parent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super() calls the parent's version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Override a method to change behaviour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Polymorphism: same call, different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class Account: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def fee(self):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    return 100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class Premium(Account):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def fee(self):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    return super().fee() // 2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for a in [Account(), Premium()]: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print(type(a).__name__, a.fee())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Output: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Account 100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Premium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__str__ and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__str__ controls how print() shows an object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@property makes a method read like an attribute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leading underscore signals "internal"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data in one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9" b="0" i="0">
                <a:solidFill>
                  <a:srgbClr val="EAF7F5"/>
                </a:solidFill>
                <a:latin typeface="Courier New"/>
              </a:rPr>
              <a:t>class Product: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def __init__(self, name, price):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  self.name = name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  self._price = price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@property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def price_with_tax(self):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  return round(self._price * 1.18, 2)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def __str__(self):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  return f"{self.name}: {self._price}"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p = Product("Mouse", 500)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print(p, p.price_with_tax)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Exceptions, modules and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(1.5 hrs): expect the unexpected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try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Code that might fail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Runs only if a matching error happens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Runs only if no error happened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finally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Always runs, for clean 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Catch specific errors like ValueError, never a bare except.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Raising your own errors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Catch the specific error you expect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raise signals a problem yourself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Custom exceptions name your business rules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Error messages should help the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19" b="0" i="0">
                <a:solidFill>
                  <a:srgbClr val="EAF7F5"/>
                </a:solidFill>
                <a:latin typeface="Courier New"/>
              </a:rPr>
              <a:t>class TicketNotFound(Exception):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pass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def find(tickets, ticket_id):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for t in tickets: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if t.id == ticket_id: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    return t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raise TicketNotFound(f"No ticket {ticket_id}")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try: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find([], 42)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except TicketNotFound as e: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print("Error:", 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Modules and 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module is any .py file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import brings its code into yours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package is a folder of modules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if __name__ == "__main__" runs only when executed directly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40" b="0" i="0">
                <a:solidFill>
                  <a:srgbClr val="EAF7F5"/>
                </a:solidFill>
                <a:latin typeface="Courier New"/>
              </a:rPr>
              <a:t># file: smartdesk/models.py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class Ticket: ...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# file: smartdesk/__init__.py   (makes a package)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# file: app.py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from smartdesk.models import Ticket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from math import sqrt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Dependency hygiene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Virtual environments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venv per project, so libraries do not clash.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Pinned requirements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requests==2.32.3, not requests. Same versions everywhere.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pip-audit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Checks your packages against known vulnerabilities.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it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AI tools happily add packages. You decide which ones stay.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Dependency hygiene in five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# 1. Create the environment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python -m venv .venv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2. Activate it (Windows: .venv\Scripts\activate)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source .venv/bin/activate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3. Install a pinned version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pip install requests==2.32.3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4. Record exact versions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pip freeze &gt; requirements.txt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5. Check for known vulnerabilities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pip install pip-audit &amp;&amp; pip-audit -r requirements.txt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Commit requirements.txt. Never commit .venv/ or .env (add them to .gitignore).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OpenAI Codex in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(1.5 hrs): your AI pair programmer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OpenAI Codex 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 coding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Reads your files, proposes changes, can run commands and tests.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Inside 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Through the OpenAI Codex extension, next to your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Signed in with the program 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Uses the program's OpenAI API key and approved models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You stay in charge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proposes. You review, run the tests and decide.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Install and sign 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VS Code, Python, Git</a:t>
            </a:r>
          </a:p>
        </p:txBody>
      </p:sp>
      <p:sp>
        <p:nvSpPr>
          <p:cNvPr id="12" name="Chevron 11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Extension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Add OpenAI Codex from the VS Code Marketplace</a:t>
            </a:r>
          </a:p>
        </p:txBody>
      </p:sp>
      <p:sp>
        <p:nvSpPr>
          <p:cNvPr id="18" name="Chevron 17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Sign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Choose API key; paste the program key</a:t>
            </a:r>
          </a:p>
        </p:txBody>
      </p:sp>
      <p:sp>
        <p:nvSpPr>
          <p:cNvPr id="24" name="Chevron 23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Pick the approved model; open your project folder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Paste the key only into the sign-in box. Never into code, prompts, chat or AGENTS.md.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Four first tasks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"Explain this function line by line for a beginner."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Generate a function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"Write is_valid_priority(p) with three tests."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Run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Ask Codex to run the tests, or run them yourself.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every 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 the diff. Accept only what you can explain.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Structured AI-assisted coding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Describe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Goal, inputs, outputs, rules</a:t>
            </a:r>
          </a:p>
        </p:txBody>
      </p:sp>
      <p:sp>
        <p:nvSpPr>
          <p:cNvPr id="12" name="Chevron 11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Ask for a plan; approve it first</a:t>
            </a:r>
          </a:p>
        </p:txBody>
      </p:sp>
      <p:sp>
        <p:nvSpPr>
          <p:cNvPr id="18" name="Chevron 17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Small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One function or file at a time</a:t>
            </a:r>
          </a:p>
        </p:txBody>
      </p:sp>
      <p:sp>
        <p:nvSpPr>
          <p:cNvPr id="24" name="Chevron 23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Run tests after every 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Small, reviewed steps beat one big generated program.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Vibe coding vs structured coding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Vibe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"Build me a ticket app"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Accept whatever comes back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 tests, no plan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Fine for a throwaway demo, risky for clients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Structured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Clear task with constraints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Plan, then small steps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Tests first, then code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Every diff reviewed by a human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As an FDE you ship to customers. Use structured coding.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AGENTS.md basics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plain Markdown file at the repo root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Codex reads it before working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Build, test and style commands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Folders not to touch; security rules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An open standard (Agentic AI Foundation)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86" b="0" i="0">
                <a:solidFill>
                  <a:srgbClr val="EAF7F5"/>
                </a:solidFill>
                <a:latin typeface="Courier New"/>
              </a:rPr>
              <a:t># AGENTS.md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## Commands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Run tests: pytest -q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Lint: ruff check 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## Style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Python 3.12, type hints, short functions.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## Do not touch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data/, .env, .venv/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## Rules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Never put secrets in prompts or code.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- Add a test for every new function.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Review the diff: spot the problems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Codex wrote search_tickets()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It runs. Is it right?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Case sensitive search misses "mei"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eval() on user input is a security hole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test proves either behaviour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- def search_tickets(tickets, text):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-     return []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def search_tickets(tickets, text):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    results = []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    for t in tickets: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        if text in t.customer: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            results.append(t)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    if eval(text + " == ''"):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        return tickets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+     return results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Using Codex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(1.5 hrs): rules, models, security and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Codex do's and don'ts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Plan first, then small steps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Include only the relevant files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Write or generate tests first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Read every diff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Keep AGENTS.md updated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Check daily token usage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Don't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Paste keys, customer data or credentials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 full-access or bypass modes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Ask to "improve everything"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 a top-tier model for routine edits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Merge AI code without tests and review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Which model for what purpose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Effort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Explain code, small edits, docstrings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Lighter model, for example GPT-6 Luna (if approved)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Most feature work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Default Codex model: GPT-6.1 Sol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Hard debugging, large migrations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GPT-6.1 Sol at high effort; GPT-6 Astra only with trainer approval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Security review and patches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GPT-6.1 Sol, human verifies every fix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Retired models (for example GPT-5.5)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 not use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Model names checked 21 Oct 2026. Confirm against the approved model list. See docs/MODEL_GUIDE.md.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Reasoning effort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Fast and cheap. Explanations, renames, docstrings.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default. Most features and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Slow and costly. Only when medium fails on a hard problem.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Higher effort uses more reasoning tokens, which are billed as output.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Security of AI-generated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Common mistakes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eval(), shell=True, SQL built with f-strings, hard-coded keys.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Made-up packages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every new dependency exists and is the one you meant.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Scan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pip-audit today; bandit on Day 7; security gates in CI on Day 20.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Sandbox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Workspace-write with approvals. Read-only when exploring.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Token cost of Codex use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you pay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Files Codex reads, your prompt, its answer and reasoning.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Keep it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Small tasks, few files, no "paste the whole repo".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Daily usage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Look at your usage at the end of each day. Stop runaway tasks.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learner has a budget on the program key. Approved models only.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Ticket, Customer and Agent classes replace yesterday's dicts.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TicketNotFound for a missing ticket 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First Codex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Ask Codex for search_tickets(text). Plan, review, test.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line: what you accepted, what you changed, tokens used.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Morning: build the Library classes with a custom exception. Afternoon: use Codex on your own Day 2 code, then add 'search tickets' to SmartDesk.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Write your review note and the tokens used. Ask for help before you accept code you cannot explain.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Classes bundle data and behaviour. Inheritance reuses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Exceptions and deps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Catch specific errors. Pin and audit your packages.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Codex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Describe, plan, small steps, test. Review every diff.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Safety and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Approved model, right effort, no secrets, daily usage check.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  |  OOP and OpenAI Codex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Day03_Hotel_Lab.md: classes, Codex search feature, review note.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Self-study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SOLID, decorators and generators in the post-read.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4 pre-read on how apps talk and store data.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4: architecture, charts and MongoDB.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