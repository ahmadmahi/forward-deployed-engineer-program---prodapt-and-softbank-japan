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Frontend, backend and APIs, charts with Matplotlib, NoSQL and BSON, MongoDB CRUD, indexes and data modelling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29 Oct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1 (1 hr)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Frontend, backend, middleware, APIs; Matplotlib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2 (2.5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NoSQL, MongoDB, documents, BSON, ObjectId, Compass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3 (2.5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CRUD, indexes, embed vs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 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Tickets in MongoDB; chart by priority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Hands-on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Inventory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frontend, backend, middleware, clients, servers and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Visualise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Draw line, bar and pie charts with Matplotlib.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Insert, find, update and delete documents with PyMongo.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Design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Add indexes and choose between embedding and referencing.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Architecture and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 hr): how modern apps are wired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Frontend and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Frontend (client side)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What the user sees and clicks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Runs in the browser or on the phone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React, HTML, CSS, JavaScript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Never holds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Backend (server side)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Business rules and data access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Runs on a server you control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Python FastAPI, Node.js Express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Talks to the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request's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Browser or app sends a request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Travels 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Logging, auth, CORS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API code runs the rules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Data is read or saved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response travels back the same way, usually as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restaurant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Irasshaimase (いらっしゃいませ): Welcome!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Customer =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Asks for what they want from the menu.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Waiter =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Takes the order, follows the rules, brings back the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Kitchen =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Does the real work out of sight.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Pantry =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Where ingredients, the data, are stored.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Monolith and layered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Everything in one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UI, logic and data access mixed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Hard to test and change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One bug can affect everything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Layered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Routes: receive requests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Services: business rules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Repositories: talk to the database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Middleware: cross-cutting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API-based architecture: every client uses the same API, so web and mobile stay consistent.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Matplotlib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import matplotlib.pyplot as plt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plot() for lines, bar() for bars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Always add a title and axis labels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show() displays, savefig() saves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78" b="0" i="0">
                <a:solidFill>
                  <a:srgbClr val="EAF7F5"/>
                </a:solidFill>
                <a:latin typeface="Courier New"/>
              </a:rPr>
              <a:t>import matplotlib.pyplot as plt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months = ["Jan", "Feb", "Mar", "Apr"]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tickets = [120, 150, 90, 180]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plt.plot(months, tickets, marker="o")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plt.title("Tickets per month")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plt.xlabel("Month")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plt.ylabel("Tickets")</a:t>
            </a:r>
          </a:p>
          <a:p>
            <a:r>
              <a:rPr sz="1378" b="0" i="0">
                <a:solidFill>
                  <a:srgbClr val="EAF7F5"/>
                </a:solidFill>
                <a:latin typeface="Courier New"/>
              </a:rPr>
              <a:t>plt.show()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Pick the right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you are asking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does it change over time?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plt.plot()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do categories compare?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plt.bar()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is it spread out?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plt.hist()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Is there a relationship?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Scatter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plt.scatter()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share does each part have?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Pie (few parts)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plt.pie()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Good charts answer one question clearly.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NoSQL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(2.5 hrs): storing data as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SQL and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SQL (relational)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Tables with fixed columns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Relationships via joins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Strong structure up front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Examples: PostgreSQL, MySQL, SQLite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NoSQL (document)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Flexible JSON-like documents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Related data often nested together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Schema can evolve over time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Examples: MongoDB, Firestore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MongoDB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mongod process or an Atlas cluster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For example smartdesk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For example tickets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ticket, stored as BSON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Atlas runs MongoDB for you in the cloud. A replica set keeps copies for safety.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MongoDB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SQL world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MongoDB world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smartdesk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{"customer": "Mei"}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_id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ObjectId(...)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JSON, BSON and ObjectId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You write documents like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MongoDB stores them as BSON (Binary JSON)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BSON adds types: dates, ObjectId, decimals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ObjectId: 12 bytes, unique, includes a timestamp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8" b="0" i="0">
                <a:solidFill>
                  <a:srgbClr val="EAF7F5"/>
                </a:solidFill>
                <a:latin typeface="Courier New"/>
              </a:rPr>
              <a:t>{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"_id": ObjectId("6720f1c2a1b2c3d4e5f60718"),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"customer": "Mei",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"issue": "No signal at home",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"priority": "high",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"tags": ["network", "5g"],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"created": ISODate("2026-10-29T09:30:00Z")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MongoDB Compass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free desktop app to see and query your data visually.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Paste a connection string: local or Atlas.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Browse collections, filter documents, view indexes.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Colab uses mongomock, so Compass is not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Connection strings contain passwords. Keep them in an environment variable, never in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CRUD, indexes and data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(2.5 hrs): create, read, update, delete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Connect and 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MongoClient connects to the server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Databases and collections appear on first insert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insert_one for one, insert_many for many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result tells you the new 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import os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from pymongo import MongoClient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client = MongoClient(os.environ.get(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"MONGO_URI", "mongodb://localhost:27017"))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tickets = client["smartdesk"]["tickets"]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tickets.insert_one({"customer": "Mei",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          "priority": "high"})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tickets.insert_many([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{"customer": "Ravi", "priority": "low"},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{"customer": "Aiko", "priority": "medium"},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Read with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find_one returns the first match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find returns all matches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Operators: $gt, $lt, $in, $regex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Projection picks which fields come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4" b="0" i="0">
                <a:solidFill>
                  <a:srgbClr val="EAF7F5"/>
                </a:solidFill>
                <a:latin typeface="Courier New"/>
              </a:rPr>
              <a:t>tickets.find_one({"customer": "Mei"})</a:t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>urgent = tickets.find({"priority": {"$in": ["high"]}})</a:t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>for t in urgent:</a:t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>    print(t["customer"])</a:t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>tickets.find({}, {"_id": 0, "customer": 1})</a:t>
            </a:r>
          </a:p>
          <a:p>
            <a:r>
              <a:rPr sz="944" b="0" i="0">
                <a:solidFill>
                  <a:srgbClr val="EAF7F5"/>
                </a:solidFill>
                <a:latin typeface="Courier New"/>
              </a:rPr>
              <a:t>tickets.count_documents({"status": "open"})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Update and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Chuui (注意): Caution. delete_many({}) deletes everything!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update_one / update_many need a filter and an operator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$set changes fields, $inc adds to numbers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$push adds to an array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Always test your filter with find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9" b="0" i="0">
                <a:solidFill>
                  <a:srgbClr val="EAF7F5"/>
                </a:solidFill>
                <a:latin typeface="Courier New"/>
              </a:rPr>
              <a:t>tickets.update_one(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{"customer": "Mei"},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{"$set": {"status": "closed"}}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tickets.update_many({}, {"$inc": {"reopened": 0}})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tickets.update_one({"customer": "Ravi"},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               {"$push": {"tags": "billing"}})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tickets.delete_one({"customer": "Aiko"})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Indexes: find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Without an index MongoDB scans every document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An index is a sorted lookup on one or more fields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Index the fields you filter and sort 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Unique indexes stop duplicates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index slows writes a little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8" b="0" i="0">
                <a:solidFill>
                  <a:srgbClr val="EAF7F5"/>
                </a:solidFill>
                <a:latin typeface="Courier New"/>
              </a:rPr>
              <a:t>tickets.create_index("customer")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tickets.create_index([("status", 1),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                      ("priority", -1)])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tickets.create_index("ticket_no", unique=True)</a:t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08" b="0" i="0">
                <a:solidFill>
                  <a:srgbClr val="EAF7F5"/>
                </a:solidFill>
                <a:latin typeface="Courier New"/>
              </a:rPr>
              <a:t>print(tickets.index_information().keys())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Data modelling: 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Store related data inside the document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 together, in one query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Bounded size (comments on a ticket)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Example: ticket with its 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Store the other document's 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Data shared by many documents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Large or growing without limit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Example: ticket points to a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Rule of thumb: embed what you read together; reference what you share.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3: tickets in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tickets collection with an index on status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Customers referenced by customer_id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Notes embedded inside each ticket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Count tickets by priority, then chart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14" b="0" i="0">
                <a:solidFill>
                  <a:srgbClr val="EAF7F5"/>
                </a:solidFill>
                <a:latin typeface="Courier New"/>
              </a:rPr>
              <a:t>counts = {}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for t in tickets.find({"status": "open"}):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p = t["priority"]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counts[p] = counts.get(p, 0) + 1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plt.bar(counts.keys(), counts.values())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plt.title("Open tickets by priority")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plt.show()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Build the Inventory Dashboard: store products in MongoDB, query them with filters, add an index, and chart stock value per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In Colab we use mongomock, a practice MongoDB that runs in memory. The same code works with a real MongoDB or a free Atlas cluster.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Frontend, backend, middleware, API, database. Layers keep code clean.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Pick the chart that answers your question. Label everything.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Flexible JSON-like records stored as BSON with an ObjectId.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CRUD and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 filters first. Index what you query. Embed or reference.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4  |  Architecture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Tomorrow: quiz on today, FastAPI, then Basics assessment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Day04_Hotel_Lab.md: 20 tickets, queries and a chart.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4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5 pre-read on how the web talks.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5: REST APIs, FastAPI and Basics assessment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