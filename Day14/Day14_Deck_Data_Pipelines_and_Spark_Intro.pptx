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  |  Data Pipelines and Spark Intro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5D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Pipelines and Spark Intro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pipelines, Spark overview, DataFrames, transformations and joins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52144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1605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Ahmed</a:t>
            </a:r>
            <a:endParaRPr lang="en-US" sz="1300" dirty="0"/>
          </a:p>
          <a:p>
            <a:pPr indent="0" marL="0">
              <a:buNone/>
            </a:pPr>
            <a:r>
              <a:rPr lang="en-US" sz="1300" u="sng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questions on Day 13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pipelines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Scheduled, repeatable data jobs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Spark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pandas is not enough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spread across many machines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766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94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94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624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594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select, filter, withColumn, groupBy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960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88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788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818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788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datasets correctly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Ohayou gozaimasu (おはようございます): Good morning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 you can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batch job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stages, schedules and layers of a pipeline.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Spark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driver, executors, partitions and laziness.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data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aggregate Spark DataFrames.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correctly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inner, left and anti joins for the question asked.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pipelines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jobs that run on a schedule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Layers of a modern pipeline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29840" cy="2286000"/>
          </a:xfrm>
          <a:prstGeom prst="roundRect">
            <a:avLst>
              <a:gd name="adj" fmla="val 32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93520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935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2310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(raw)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225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exactly as received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06933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07080" y="1371600"/>
            <a:ext cx="2529840" cy="2286000"/>
          </a:xfrm>
          <a:prstGeom prst="roundRect">
            <a:avLst>
              <a:gd name="adj" fmla="val 32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416808" y="2148840"/>
            <a:ext cx="2310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(clean)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44240" y="2560320"/>
            <a:ext cx="225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types, no duplicates, valid rows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1921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56960" y="1371600"/>
            <a:ext cx="2529840" cy="2286000"/>
          </a:xfrm>
          <a:prstGeom prst="roundRect">
            <a:avLst>
              <a:gd name="adj" fmla="val 32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93280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932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266688" y="2148840"/>
            <a:ext cx="2310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(business)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94120" y="2560320"/>
            <a:ext cx="225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tables for reports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the medallion architecture. Each layer can be rebuilt from the one before.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a batch job production ready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nightly or hourly with a scheduler.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re-run gives the same result, no duplicates.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Partitioned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one day at a time, not all history.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row counts, rejects and run time.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 Spark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machines working as one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and Spark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one machine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must fit in memory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each line immediately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up to a few GB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cluster of machines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terabytes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Lazy: builds a plan, then runs it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 works on a laptop or a cluster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Spark runs your code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7285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3728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program builds the plan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5686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9461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4695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7469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70433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73177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 rewrites it to be efficient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9427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3202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12105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1210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4174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6918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partition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3168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6943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49515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4951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97915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0659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run tasks in parallel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partition is one chunk of the data. More partitions, more parallel work.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Starting Spark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SparkSession is your entry point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local[*] uses all laptop cores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CSV, JSON or Parquet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printSchema shows column types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272284"/>
          </a:xfrm>
          <a:prstGeom prst="roundRect">
            <a:avLst>
              <a:gd name="adj" fmla="val 3219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1997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pyspark.sql import SparkSession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 = (SparkSession.builder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.master("local[*]")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.appName("day14")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.getOrCreate())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spark.read.csv("orders.csv",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header=True, inferSchema=True)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df.printSchema()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df.show(5)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DataFrame transformations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result you want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Transformations and actions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  <a:gridCol w="3108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Kind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Examples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What happens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select, filter, withColumn, groupBy, join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a step to the plan. Nothing runs yet.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show, count, collect, write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the whole plan and returns or saves data.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evaluation lets Spark optimise the whole job before touching any data.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and enrich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holds Spark's built-in functions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keeps matching rows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withColumn adds or replaces a column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/ otherwise is Spark's if / else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238451"/>
          </a:xfrm>
          <a:prstGeom prst="roundRect">
            <a:avLst>
              <a:gd name="adj" fmla="val 3268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1964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pyspark.sql import functions as 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 = (df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.dropDuplicates(["order_id"])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.filter(F.col("amount") &gt; 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.withColumn("city", F.trim("city"))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.withColumn("size", F.when(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F.col("amount") &gt;= 1000, "large")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.otherwise("small")))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and aggregate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then agg with named results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aggregates in one pass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orderBy for sorting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 as SQL GROUP BY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238451"/>
          </a:xfrm>
          <a:prstGeom prst="roundRect">
            <a:avLst>
              <a:gd name="adj" fmla="val 3268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1964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 = (clean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.groupBy("order_date", "city")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.agg(F.count("*").alias("orders"),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F.sum("amount").alias("revenue"),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F.round(F.avg("amount"), 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.alias("avg_order"))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.orderBy(F.desc("revenue")))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daily.show()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questions across tables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a join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91840"/>
                <a:gridCol w="3474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Join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Keeps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Question it answers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inner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with a match on both sides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 with known customers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left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left rows, nulls if no match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orders, with customer if known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left_anti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rows with no match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 from unknown customers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left_semi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rows that have a match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 who ordered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row counts before and after a join. Duplicated keys multiply rows.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Joins in practice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on a shared key column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how= picks the join type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 joins find data quality gaps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small tables for speed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458364"/>
          </a:xfrm>
          <a:prstGeom prst="roundRect">
            <a:avLst>
              <a:gd name="adj" fmla="val 2976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184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enriched = orders.join(customers,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on="customer_id",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how="left")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unknown = orders.join(customers,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on="customer_id",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how="left_anti")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print("Unknown customers:", unknown.count())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 = orders.join(F.broadcast(customers),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"customer_id")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the result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Parquet: columnar, compressed, typed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partitionBy creates one folder per value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overwrite makes re-runs idempotent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Readers can skip partitions they do not need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1764792"/>
          </a:xfrm>
          <a:prstGeom prst="roundRect">
            <a:avLst>
              <a:gd name="adj" fmla="val 4145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(daily.write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.mode("overwrite")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.partitionBy("order_date")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.parquet("gold/daily_city_revenue"))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 = spark.read.parquet(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"gold/daily_city_revenue")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back.filter("order_date = '2026-11-12'").show()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Seiri (整理): Sorting things out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time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bronze, silver and gold pipeline in PySpark: ingest raw orders and customers, clean them, join, aggregate daily revenue per city, and write partitioned Parquet.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row counts after every step. Surprises in counts are where bugs hide.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Ganbatte (頑張って): Do your best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pipelines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Bronze, silver, gold. Scheduled, idempotent, observable.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plans, executors run partitions in parallel.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Laziness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build a plan; actions run it.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join for the question. Check counts every time.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tomorrow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is a full day of FDE professional skills with simulations and role plays.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Day 14 recap and the extra topics.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766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94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94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624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Day 14 workbook.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60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8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88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818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Pre-read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788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the Day 15 pre-read on the FDE mindset.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with me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65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after class, feedback, or want to share what you built today? Reach out on LinkedIn.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9260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tomorrow for Day 15: FDE professional skills.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Otsukaresama deshita (お疲れ様でした): Thank you for your hard work today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14: Data Pipelines and Spark Intro</dc:title>
  <dc:subject>PptxGenJS Presentation</dc:subject>
  <dc:creator>Ahmed</dc:creator>
  <cp:lastModifiedBy>Ahmed</cp:lastModifiedBy>
  <cp:revision>1</cp:revision>
  <dcterms:created xsi:type="dcterms:W3CDTF">2026-10-03T06:55:28Z</dcterms:created>
  <dcterms:modified xsi:type="dcterms:W3CDTF">2026-10-03T06:55:28Z</dcterms:modified>
</cp:coreProperties>
</file>