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Faithfulness and relevance, RAG evaluation, agent trajectories, pass^k, judge calibration and security evals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Tue 08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Why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"It looks good" is not a measurement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RAG and faithfulness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Retrieval and generation, separately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Judges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LLM as judge, biases and calibration.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Trajectory evaluation and pass^k.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Bias and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Slices, hallucinations, security regression evals. NEW (v4)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an eval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questions with expected answers, sources and tags.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Measure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Compute hit rate, relevance and faithfulness, and find the failing stage.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Evaluate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Score trajectories, not just final answers, and report pass^k.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Trust your judges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Calibrate LLM judges against human labels and run security evals.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Why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From demos to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Vibe checks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Hakaru (測る): To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Vibe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Try five questions, looks fine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Changes break things silently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Arguments based on opinions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Fixed set of realistic questions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Numbers you can track over time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Decisions based on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GenAI is hard to evaluate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Many right answers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Correct paraphrases share few words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Rubrics and must-include facts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Non-determinism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Same input, different output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Temperature 0, repeated runs, pass^k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Long chains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Agents fail in the middle, not only at the end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Trajectory evaluation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 of humans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Expert labels are slow and expensive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LLM judges, calibrated on a sample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Moving target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Models, prompts and data change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Regression suites on every change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Automated and human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Automated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Metrics and judges run in minutes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Cheap to repeat on every change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Can be wrong in systematic 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Experts catch subtle errors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Slow and costly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The reference for calibrating judges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Needed for high-risk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Use both: humans label a sample, automation scales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 evaluation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Questions, expected answers, sources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Your system answers every question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Metrics and judges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Analyse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Group and read the failures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Improve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Change one thing, run again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Evaluating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Score retrieval and generation separately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Core RAG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 it answers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Hit rate @k / MRR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Did we retrieve the right chunk, and how high?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Context relevance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Is the retrieved text about the question?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Faithfulness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Is every claim in the answer supported by the context?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Answer relevance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Does the answer address the question asked?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Correctness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Does it match the expected answer?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End to end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Libraries such as Ragas implement these; today we build simple versions to understand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separate the two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Retrieval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Right chunk never retrieved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Fix: chunking, hybrid search, re-ranking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The model never had a chance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Generation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Right chunk retrieved, answer still wrong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Fix: prompt, model, grounding rules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Or the model added unsupported claims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Measuring faithfulness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Split the answer into claims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each against the context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Score = supported / total claims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Unsupported claims are hallucinations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75" b="0" i="0">
                <a:solidFill>
                  <a:srgbClr val="EAF7F5"/>
                </a:solidFill>
                <a:latin typeface="Courier New"/>
              </a:rPr>
              <a:t>def faithfulness(answer, ctx):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claims = split_sentences(answer)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ok = [c for c in claims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      if supported(c, ctx)]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return len(ok) / max(1, len(claims))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# supported(): an LLM judge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# ("Is this claim supported by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#  the context? yes/no") or a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# word-overlap check offline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Types of hallucination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Unsupported addition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Adds "and a free gym" that no document mentions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Contradiction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Says 12 days of leave when the policy says 18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Wrong source mixing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Combines Tokyo and Bengaluru rules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Fabricated citation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Cites [c7] for a claim that c7 does not contain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Prompt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eval set, two prompt versions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Compare per item, not only the average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Look for items that got worse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Day 32 turns this into a CI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for v in ["v1", "v2"]: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rows = [run(item, PROMPTS[v])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        for item in EVAL]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df = pd.DataFrame(rows)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print(v, df.correct.mean(),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      df.faithful.mean())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LLM as 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Scaling evaluation, carefully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Making judges reliable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Clear rubric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Define each score with examples: 1 = wrong, 3 = partly, 5 = fully correct.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One criterion per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Judge faithfulness and tone separately.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Ask for reasons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Reason first, then score, so you can 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Calibrate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Compare judge scores with human labels on a sample.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Known judge biases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Position bias (prefers first option)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Swap order and average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Verbosity bias (prefers longer answers)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Rubric rewards correctness, not length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Self-preference (prefers its own style)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Use a different model as judge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Leniency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Include failing examples in the rubric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Judge calibration in practice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Label a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Two people label 30 to 50 items with the same rubric.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Check humans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If humans disagree, fix the rubric before any judge.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Measure agreement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Exact match, within 1 point, and Cohen's kappa.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Recalibrate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Repeat when the judge model, rubric or domain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 judge you have not calibrated is an opinion, not a metric.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Evaluating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Trajectories, not just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Outcome vs trajectory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Outcome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Was the final answer right?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Misses lucky guesses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Misses unsafe or wasteful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Trajectory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Did it pick the right tools?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In a sensible order, with valid arguments?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Any unnecessary or risky calls?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How many steps and tokens?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Trajectory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Tool selection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Were the expected tools called?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In-order match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Were they called in the expected order?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Extra calls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How many calls were unnecessary?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Forbidden calls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Did it call a tool it must never call for this task?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Final answer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Was the outcome correct?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Steps and tokens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What did the run cost?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pass@k and pass^k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 each task k times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pass@k: at least one run succeeds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pass^k: all k runs succeed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Customers feel pass^k, not pass@k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p = 0.90  # one run succeeds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for k in [1, 3, 5, 8]: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at_k = 1 - (1 - p) ** k  # any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hat_k = p ** k           # all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print(k, round(at_k, 2),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      round(hat_k, 2))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# k=8: pass@k 1.0, pass^k 0.43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Bias, hallucination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Find the failures before customers 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Practical bias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90% accurate overall but 60% on Japanese questions is not ready for Japanese users.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Counterfactuals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Swap names, genders or cities; compare outputs.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Slice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Compute accuracy per language, region or user group.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Does the eval set cover all user groups fairly?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Security regression evals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Attack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Injection, jailbreak and tool-abuse cases from Day 30 red teaming.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Benign twins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Similar harmless inputs to measure false alarms.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 forbidden tool call, no secret in output, approvals respected.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Run every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model or prompt change can quietly weaken safety.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Track block rate, false alarms and forbidden-call rate per version.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Improvement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Baseline on the eval set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At least ten failures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Hypothesise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One cause, one fix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One thing only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Re-measure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Keep it if it helps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Add every real failure from production to the eval set.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mbria"/>
              </a:rPr>
              <a:t>Build an evaluation set for the policy assistant, score retrieval and faithfulness, catch a planted hallucination, then evaluate agent trajectories, compute pass^k, calibrate a judge and run security evals.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Read at least ten failures yourself. Metrics point; reading explains.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26: evaluation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Golden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30 SmartDesk questions with expected answers, sources and tags.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Hit rate, faithfulness, correctness, sliced by language and topic.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 evals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Trajectory checks and pass^k for the support assistant.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 with Codex from Day31_App_Build_Prompts.md; review every 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Evaluate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Fixed dataset, metrics, error analysis, repeat.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Score retrieval and generation separately; faithfulness catches hallucinations.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Score the trajectory and report pass^k for reliability.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Judges and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Calibrate judges; run security evals on every change.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31  |  GenAI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Day31_Hotel_Lab.md: golden set, metrics, error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31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32 pre-read on quality gates.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32: LLM evaluation and quality gates.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