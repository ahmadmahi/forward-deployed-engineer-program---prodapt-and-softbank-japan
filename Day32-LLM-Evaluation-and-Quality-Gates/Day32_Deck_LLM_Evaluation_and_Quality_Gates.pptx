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Golden datasets, prompt regression tests, tool-call fidelity, context precision and recall, and cost-aware quality gates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Wed 09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Golden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trusted reference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Prompt and tool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Regression tests and tool-call fidelity.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RAG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Precision, recall, faithfulness, citations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Cost-aware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Tokens and cost in the quality gate.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1:1 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Short individual feedback while you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Curate golden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Build, version and maintain a golden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Test prompts and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Regression-test prompts and check tool calls with exact arguments.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Grade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Compute context precision, recall and citation accuracy.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Gate releases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Block releases on quality, token and cost regressions, writing evals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Golden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The answers you trust most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makes a dataset golden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Kihon (基本):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Answers checked by subject experts, not just generated.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Representative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Real user wording, all topics, languages and edge cases.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Versioned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Stored in Git with a version number and change log.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Maintained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Policies change; golden answers must change with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Golden item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leave-003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When does carried over leave expire?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expected_answer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31 March of the following year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relevant_chunk_ids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[c7]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tags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topic: leave, lang: en, difficulty: easy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must_include / must_not_include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["31 March"] / ["30 June"]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expected_tool (agents)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lookup_leave_balance(employee_id=...)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Metrics and eval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Tools you may meet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Fixed format output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Exact match, schema validation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PyTest, Pydantic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Precision, recall, average precision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Ragas, your own code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Grounded answers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Faithfulness, citation accuracy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Ragas, DeepEval, LLM judges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Prompt suites in CI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Pass rate vs threshold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promptfoo, OpenAI Evals, PyTest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Concepts carry over between tools. Check each tool's current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Prompt and tool regression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Every prompt change is a code 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Regression testing a prompt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Run prompt v1 on the golden set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Write prompt v2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Same golden set, same settings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Per item and overall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Ship only if no important regressions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Prompt unit tests with PyTest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Load the golden set once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parametrize over items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required and forbidden phrases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summary test enforces the threshold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54" b="0" i="0">
                <a:solidFill>
                  <a:srgbClr val="EAF7F5"/>
                </a:solidFill>
                <a:latin typeface="Courier New"/>
              </a:rPr>
              <a:t>GOLDEN = load_jsonl("golden_v3.jsonl")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@pytest.mark.parametrize("item", GOLDEN,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                   ids=lambda i: i["id"])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def test_item(item):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out = answer(item["question"], PROMPT_V2)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for p in item["must_include"]: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  assert p.lower() in out.lower()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for p in item["must_not_include"]: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    assert p.lower() not in out.lower()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def test_overall_pass_rate():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assert pass_rate(PROMPT_V2) &gt;= 0.90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Deterministic and model-graded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Must include, must not include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Valid JSON, length limits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Fast, free, exact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Run on every commit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Model-graded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Faithfulness, tone, helpfulness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Rubric judges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Slower, costs tokens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Run nightly or before release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Tool-call fidelity tests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For agents, the tool call is the answer. Test it like an API contract.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Right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model picks the expected tool for the request.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3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91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91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1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Valid arguments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91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Arguments match the JSON Schema: types and required fields.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Right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IDs, amounts and dates are extracted exactly.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63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691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91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1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 call when not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91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Small talk or out-of-scope requests call no tool.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tool-call fidelity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Golden cases: request plus expected call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Validate arguments against the schema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Compare values exactly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 on every prompt or model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35" b="0" i="0">
                <a:solidFill>
                  <a:srgbClr val="EAF7F5"/>
                </a:solidFill>
                <a:latin typeface="Courier New"/>
              </a:rPr>
              <a:t>CASES = [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("Refund 300 on order ORD-77",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"issue_refund",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{"order_id": "ORD-77", "amount": 300}),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("Hi, thanks!", None, None),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]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@pytest.mark.parametrize("msg,tool,args", CASES)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def test_tool_call(msg, tool, args):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call = choose_tool(msg)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assert call.name == tool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if tool: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    validate(call.args, SCHEMAS[tool])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    assert call.args == args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Grading retrieval and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Is retrieval finding the right things, in the right order?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Context precision and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Formula (simple form)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Context precision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Of what we retrieved, how much was relevant?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relevant retrieved / retrieved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Context recall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Of what was needed, how much did we retrieve?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needed facts found / needed facts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Average precision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Were relevant chunks ranked first?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mean of precision at each hit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Rank-aware precision rewards putting relevant chunks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Computing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Seikaku (正確): Accurate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Precision punishes noise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Recall punishes missing evidence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Average precision rewards good order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Track both; trade-offs are common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97" b="0" i="0">
                <a:solidFill>
                  <a:srgbClr val="EAF7F5"/>
                </a:solidFill>
                <a:latin typeface="Courier New"/>
              </a:rPr>
              <a:t>def precision(retrieved, relevant):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hits = [c for c in retrieved if c in relevant]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return len(hits) / len(retrieved)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def recall(retrieved, relevant):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found = set(retrieved) &amp; set(relevant)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return len(found) / len(relevant)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Faithfulness, relevance and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Faithfulness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claim supported by the retrieved context (Day 31).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Answer 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answer addresses the question that was asked.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Citation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cited chunk was retrieved and supports the claim.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Refusal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Unanswerable questions get "I don't know", not a guess.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Choosing a metric (and where BLEU fits)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Prefer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Fixed format output (JSON, labels, tool calls)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Exact match, schema validation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Translation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BLEU or chrF, plus human review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Summaries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ROUGE plus faithfulness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Open-ended answers (RAG)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Faithfulness, correctness judge, must-include phrases, citations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BLEU counts shared word sequences: a correct paraphrase can score near zero.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Quality gates in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Evaluation that blocks bad releases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 LLM 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Pull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Prompt, model or config change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Fast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Deterministic and tool tests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Golden 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Quality metrics vs thresholds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Cost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Tokens and cost per query. NEW (v4)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Fail the pipeline on regressions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Same pipeline ideas as Day 20, with quality and cost metrics as the tests.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Token and cost metrics in the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 rule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Input tokens per query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Context bloat creeps in quietly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 more than 10% above baseline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Output tokens per query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Verbose prompts cost more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Under 300 on average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Estimated cost per query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Ties quality to budget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Under the agreed budget (placeholder prices)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 per 1,000 queries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What the customer pays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Reported on every pull request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 change that is 1% better but 3 times the cost needs a human decision, not an automatic merge.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Eval-first development with Codex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Write evals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Golden items for the new behaviour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See them 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Proves the test can fail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Ask 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Implement until evals pass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 the diff, run the gate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Keep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Evals stay as regression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Tell Codex the eval command in AGENTS.md so it runs the evals after each change.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mbria"/>
              </a:rPr>
              <a:t>Create a versioned golden set, write prompt and tool-call fidelity tests, compute precision, recall and citation accuracy, then wire a quality gate that also checks tokens and cost. Make it fail on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1:1 feedback runs during this block. Bring one question about your progress.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27: quality gate in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Golden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SmartDesk golden items with must-include phrases and citations.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Fidelity tests for the support assistant's tool calls.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Tokens and cost per query, compared with main.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CI 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Evaluate stage before deploy. Build with Codex; review every 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Golden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Verified, representative, versioned, maintained.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Regression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Prompts and tool calls tested on every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Precision for noise, recall for missing evidence, citations checked.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Quality, tokens and cost thresholds; evals written first.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32  |  LLM Evaluation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quiz, plus GenAI assessment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Day32_Hotel_Lab.md: a gate that passes and fails.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32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33 pre-read on running AI like a product.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33: LLMOps, plus GenAI assessment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