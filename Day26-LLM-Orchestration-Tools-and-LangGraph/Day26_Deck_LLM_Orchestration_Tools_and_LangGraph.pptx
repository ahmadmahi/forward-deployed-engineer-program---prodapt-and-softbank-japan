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Chains, LangChain v1 agents and middleware, safe tool calling, and durable LangGraph workflows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Tue 01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 and 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25, then participant PPT presentations (20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Chains, LLM as judge, LangChain v1 create_agent. NEW (v4)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Schemas, validation, tool token cost.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Frameworks compared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Direct API, LangChain, OpenAI Agents SDK.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LangGraph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State, branches, durable execution, interrupts.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1:1 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Personal progress conversations at the end of the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Orchestrate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 chains and a LangChain v1 agent with middleware.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Call tools safely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Describe, validate, allowlist and cost your tools.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Choose a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Compare direct API, LangChain and the OpenAI Agents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durable graphs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LangGraph state, checkpoints and human approval interrupts.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Why orchestration?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From single prompts to composable pipelines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an orchestration framework gives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Reusable parts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Prompts, models, parsers, tools and retrievers as building blocks.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Pipe parts together: prompt | model | parser.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Swap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Change the model without rewriting the app.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Batteries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Retries, batching, streaming, tracing.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Start with plain code. Reach for a framework when the same plumbing keeps repeating.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Chaining with LCEL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ChatPromptTemplate fills variables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| operator pipes components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parser turns output into a string or JSON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invoke one input, batch many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87" b="0" i="0">
                <a:solidFill>
                  <a:srgbClr val="EAF7F5"/>
                </a:solidFill>
                <a:latin typeface="Courier New"/>
              </a:rPr>
              <a:t>from langchain_core.prompts import ChatPromptTemplate</a:t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>from langchain_core.output_parsers import StrOutputParser</a:t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>prompt = ChatPromptTemplate.from_messages([</a:t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>    ("system", "You summarise for {audience}."),</a:t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>    ("user", "{text}")])</a:t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>chain = prompt | model | StrOutputParser()</a:t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>chain.batch([{"audience": a, "text": notes}</a:t>
            </a:r>
          </a:p>
          <a:p>
            <a:r>
              <a:rPr sz="787" b="0" i="0">
                <a:solidFill>
                  <a:srgbClr val="EAF7F5"/>
                </a:solidFill>
                <a:latin typeface="Courier New"/>
              </a:rPr>
              <a:t>             for a in ["CIO", "engineer", "end user"]])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LLM as 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second model call scores the first answer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Rubric: relevant, grounded, complete, tone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Returns a score and a reason as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Use it carefully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Judges have biases (length, position)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Calibrate against human labels (Day 31)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Use a cheap model; log every score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Never the only gate for risky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LangChain v1: create_agent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function builds a tool-calling agent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Runs on LangGraph underneath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Replaces AgentExecutor and initialize_agent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Add a checkpointer for memory and resume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01" b="0" i="0">
                <a:solidFill>
                  <a:srgbClr val="EAF7F5"/>
                </a:solidFill>
                <a:latin typeface="Courier New"/>
              </a:rPr>
              <a:t>from langchain.agents import create_agent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agent = create_agent(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 model,                       # ChatOpenAI or offline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 tools=[get_order_status, calculate_refund],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 system_prompt="You are a support assistant.",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)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out = agent.invoke({"messages": [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 {"role": "user",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  "content": "ORD-1042 was late. Refund?"}]})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print(out["messages"][-1].content)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Middleware: hooks around the agent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Hook or class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it to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@before_model / @after_model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Log, trim context, check state before and after each model call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@wrap_tool_call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Audit, validate or retry every tool call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ModelCallLimitMiddleware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Stop runaway loops (cost control)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HumanInTheLoopMiddleware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Pause before risky tools for approval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SummarizationMiddleware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Compact long conversations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PIIMiddleware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Detect and redact personal 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Checked against langchain 1.4.7. Middleware keeps cross-cutting rules out of your prompts.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Reading older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You will meet LLMChain, AgentExecutor and initialize_agent in older repos and blog posts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They are legacy in LangChain v1: port them to LCEL chains or create_agent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Imports moved: prompts and parsers live in langchain_core; agents in langchain.agents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When unsure, ask Codex to explain the old code, then rewrite it in small tested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Tool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The model asks; your code acts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tool calling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Send tools as JSON schemas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Model returns a tool call with arguments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Validate +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Your code checks args and executes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Result goes back as a tool message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Model replies, or calls another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model never runs code itself. Your application stays in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Describing a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name and description guide the model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parameters is a JSON schema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Clear descriptions improve tool choice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Required fields prevent half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54" b="0" i="0">
                <a:solidFill>
                  <a:srgbClr val="EAF7F5"/>
                </a:solidFill>
                <a:latin typeface="Courier New"/>
              </a:rPr>
              <a:t>tools = [{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"type": "function",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"function": {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"name": "get_order_status",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"description": "Look up an order's status "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             "by its id, e.g. ORD-1042",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"parameters": {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"type": "object",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"properties": {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  "order_id": {"type": "string"}},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"required": ["order_id"]}}}]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Tool 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Allowlist tools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Only registered functions can ever run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Validate arguments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Pydantic models; reject bad ids and amounts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Least privilege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Read-only tools by default; separate write tools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Confirm risky actions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Refunds, deletes and emails need a human 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Limit loops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Max steps and timeouts stop runaway agents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Tool design for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Few, clear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job per tool. Verb-noun names: get_order_status.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Good descriptions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When to use it, an example value, what it returns.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Small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Return only the fields the model needs, not whole records.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Errors as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Explain what went wrong so the model can recover.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Tool token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Schemas are input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tool definition is sent on every model call.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Results are input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Large tool outputs fill the context on the next call.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Many tools, many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20 verbose tools can cost more than the question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Load only the relevant tools per request (tool search, tool selector middleware).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Measure it: count tokens of your tool list in today's notebook. Prices are placeholders.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Direct API, LangChain or OpenAI Agents SDK?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Watch out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Direct OpenAI 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Full control, fewest layers, easy to debug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 write loops, retries, tracing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LangChain v1 + LangGraph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Middleware, graphs, checkpoints, many integrations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Learning curve; pin versions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OpenAI Agents SDK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Agents, tools, handoffs, guardrails, tracing in few lines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Opinionated loop; best with OpenAI models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Same tools, three wrappers. Pick by control needed, team skills and what the customer already runs.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same assistant in the OpenAI Agents SDK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@function_tool builds the schema from type hints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handoffs pass work to a specialist agent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Runner runs the loop and records a trace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Day 27 goes deeper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73" b="0" i="0">
                <a:solidFill>
                  <a:srgbClr val="EAF7F5"/>
                </a:solidFill>
                <a:latin typeface="Courier New"/>
              </a:rPr>
              <a:t>from agents import Agent, Runner, function_tool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@function_tool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def order_status(order_id: str) -&gt; str: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  """Look up an order, e.g. ORD-1042."""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  return get_order_status(order_id)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assistant = Agent(name="Support",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  instructions="Answer order questions.",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    tools=[order_status])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result = await Runner.run(assistant, "Where is ORD-2077?")</a:t>
            </a:r>
          </a:p>
          <a:p>
            <a:r>
              <a:rPr sz="773" b="0" i="0">
                <a:solidFill>
                  <a:srgbClr val="EAF7F5"/>
                </a:solidFill>
                <a:latin typeface="Courier New"/>
              </a:rPr>
              <a:t>print(result.final_output)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Workflows as graphs: state, nodes, edges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LangGraph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Nagare (流れ):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typed dictionary passed between steps.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Functions that read state and return updates.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Fixed paths from one node to the next.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Conditional edges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Choose the next node from the state.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Cycles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Loops for retries and agent behaviour.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Checkpoints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Save state to pause, resume or ask a human.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graph with a retry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add_node registers steps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Edges connect them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router picks the next step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compile() makes it runnable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97" b="0" i="0">
                <a:solidFill>
                  <a:srgbClr val="EAF7F5"/>
                </a:solidFill>
                <a:latin typeface="Courier New"/>
              </a:rPr>
              <a:t>from langgraph.graph import StateGraph, START, END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g = StateGraph(State)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g.add_node("retrieve", retrieve)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g.add_node("answer", answer)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g.add_node("check", check)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g.add_edge(START, "retrieve")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g.add_edge("retrieve", "answer")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g.add_edge("answer", "check")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g.add_conditional_edges("check", route,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{"retry": "retrieve", "done": END})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app = g.compile()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Durable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Checkpointer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Saves state after every step, per thread_id.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Resume after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Invoke again on the same thread; finished steps are not rerun.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Time travel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get_state_history lists every checkpoint for debugging.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a database checkpointer (for example Postgres), not memory.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Human-in-the-loop interrupts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interrupt() pauses the graph and saves state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caller sees the pending action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Command(resume=...) continues with the decision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Default to no: reject unless approved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292608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2651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54" b="0" i="0">
                <a:solidFill>
                  <a:srgbClr val="EAF7F5"/>
                </a:solidFill>
                <a:latin typeface="Courier New"/>
              </a:rPr>
              <a:t>from langgraph.types import interrupt, Command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def approve_refund(state):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ok = interrupt({"action": "issue_refund",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              "amount": state["refund"]})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return {"approved": ok == "yes"}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app = g.compile(checkpointer=InMemorySaver())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cfg = {"configurable": {"thread_id": "t-42"}}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app.invoke({"question": q}, cfg)      # pauses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app.invoke(Command(resume="yes"), cfg)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Pausing costs nothing: state waits in the checkpointer.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22: support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get_ticket, get_customer_plan, search_faq, issue_credit (risky).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classify, then tools, answer, check; retry once; else human.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issue_credit pauses for a human yes. Default no.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Day26_App_Build_Prompts.md. Review every diff.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1:1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Arigatou (ありがとう):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Each of you meets your mentor for 15 minutes: assessment results, project progress and one focus for the next two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Come with one thing you are proud of and one thing you want help with.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LCEL chains for pipelines; create_agent plus middleware for agents.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Model proposes, code validates and executes. Tools cost tokens.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Frameworks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Direct API, LangChain or Agents SDK: same ideas, different control.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LangGraph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State, branches, checkpoints and interrupts make agents durable.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26  |  LLM Orchestration, Tool Calling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topics, then GenAI assessment 2.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Day26_Hotel_Lab.md: add a tool and an approval interrupt.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26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27 pre-read on agents and memory.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27: agentic AI, agentic RAG and memory, plus GenAI assessment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