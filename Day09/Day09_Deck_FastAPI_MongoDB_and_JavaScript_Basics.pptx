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 |  FastAPI + MongoDB and JavaScript Basics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MongoDB and JavaScript Basics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APIs, aggregation, pagination and indexes, then JavaScript fundamentals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APIs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backed by MongoDB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inside the database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lists in small pages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queries fast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the browser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Mongo APIs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full CRUD endpoints with Pydantic and PyMongo.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data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$match, $group, $sort and $project pipelines.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reads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 results and add the right indexes.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JavaScript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variables, functions, arrays, objects and loops.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APIs with MongoDB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patterns, now complete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products API on MongoDB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PyMongo call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Success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insert_one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+ skip +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/products/{id}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find_one by ObjectId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or 404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/products/{id}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update_one with $set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or 404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/products/{id}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delete_one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or 404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the id with ObjectId.is_valid before querying.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one, or 404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id format first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find_one returns None when missing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_id to a string id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for every response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to_out(doc):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doc["id"] = str(doc.pop("_id"))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doc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@app.get("/products/{pid}")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get_one(pid: str, col=Depends(products)):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ObjectId.is_valid(pid):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HTTPException(404, "Not found")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 = col.find_one({"_id": ObjectId(pid)})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doc is None: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HTTPException(404, "Not found")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to_out(doc)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database do the maths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aggregation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documents, like WHERE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$group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total, like GROUP BY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$sort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the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$project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the output fields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flow through each stage like water through filters.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category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 keeps only paid orders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$group sums per category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$sum and $avg are accumulators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$sort -1 means highest first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{"$match": {"status": "paid"}},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{"$group":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"_id": "$category",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"revenue": {"$sum": "$amount"},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"orders": {"$sum": 1},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{"$sort": {"revenue": -1}},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orders.aggregate(pipeline):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print(row)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Shuukei (集計): Totals and summaries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Handy aggregation stages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Does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SQL feel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$match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documents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and accumulate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$sort / $limit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and cut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BY / LIMIT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and compute fields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$unwind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document per array 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 a list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Pagination and indexes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answers on big collections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paginate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(skip / limit)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= skip 20, limit 10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supports page numbers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down on very deep pages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(keyset)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me 10 after id X"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an index, stays fast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infinite scroll feeds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 pagination endpoint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page and size with Query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items plus totals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show page numbers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for stable order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103120"/>
          </a:xfrm>
          <a:prstGeom prst="roundRect">
            <a:avLst>
              <a:gd name="adj" fmla="val 347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@app.get("/products")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list_products(page: int = Query(1, ge=1),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size: int = Query(10, le=50),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col=Depends(products)):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col.count_documents({})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 = (col.find().sort("_id",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.skip((page - 1) * size).limit(size))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{"page": page, "size": size,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"total": 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"items": [to_out(d) for d in cur]}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Indexes: the book index analogy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the fields you filter and sort on most often.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index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reads every document: a collection scan.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index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Jumps straight to matches, like a book's index.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reads, slightly slower writes, extra storage.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indexes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field index for common filters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index for filter + sort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unique=True enforces no duplicates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explain() shows whether an index was used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00123"/>
          </a:xfrm>
          <a:prstGeom prst="roundRect">
            <a:avLst>
              <a:gd name="adj" fmla="val 3850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2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products.create_index("category")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products.create_index(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[("category", 1), ("price", -1)])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products.create_index("sku", unique=True)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= products.find(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{"category": "home"}).explain()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print(plan["queryPlanner"]["winningPlan"])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fundamentals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browser speaks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and JavaScript side by side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= "Mei"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add(a, b): return a + b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= [1, 2, 3]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= {"name": "Mei"}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&gt; 5:  (indentation)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name = "Mei";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add = (a, b) =&gt; a + b;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items = [1, 2, 3];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user = { name: "Mei" };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 &gt; 5) { ... }  (braces)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types and functions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for values that do not change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for values that do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var in modern code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use backticks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"Pune";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3;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+=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`Hello, ${name}!`;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square = (n) =&gt; n * 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console.log(greet("Aiko"), square(count));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Hello, Aiko! 16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and objects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transforms every item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keeps matching items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hold key value pairs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Destructuring pulls values out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58364"/>
          </a:xfrm>
          <a:prstGeom prst="roundRect">
            <a:avLst>
              <a:gd name="adj" fmla="val 297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8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prices = [120, 450, 80];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withTax = prices.map(p =&gt; p * 1.18);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cheap = prices.filter(p =&gt; p &lt; 200);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"Ravi", role: "admin"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role } = user;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p of prices)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console.log(p);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console.log(cheap, name);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JavaScript gotchas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Gotcha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Habit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 converts types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"5" == 5 is true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use ===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undefined vs null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 vs empty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both when reading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are floats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+ 0.2 !== 0.3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money values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JavaScript with Node.js: node app.js. In Colab: !node app.js.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pagination, filters, an analytics endpoint and indexes to a MongoDB products API. Then write your first JavaScript file that processes the same product data.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how the same ideas appear in both languages: lists, filters, totals.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CRUD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ObjectId, convert _id, return clear 404s.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$match, $group, $sort, $project: reports in one query.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 lists; index fields you filter and sort 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const/let, arrow functions, map/filter, === always.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9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9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10 pre-read on waiting without blocking.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10: async JavaScript, Node.js and Express.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9: FastAPI + MongoDB and JavaScript Basics</dc:title>
  <dc:subject>PptxGenJS Presentation</dc:subject>
  <dc:creator>Ahmed</dc:creator>
  <cp:lastModifiedBy>Ahmed</cp:lastModifiedBy>
  <cp:revision>1</cp:revision>
  <dcterms:created xsi:type="dcterms:W3CDTF">2026-10-03T06:21:04Z</dcterms:created>
  <dcterms:modified xsi:type="dcterms:W3CDTF">2026-10-03T06:21:04Z</dcterms:modified>
</cp:coreProperties>
</file>