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|  API Fundamentals and FastAPI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5D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Fundamentals and FastAPI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principles, HTTP methods, status codes and your first FastAPI app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52144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1605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Ahmed</a:t>
            </a:r>
            <a:endParaRPr lang="en-US" sz="1300" dirty="0"/>
          </a:p>
          <a:p>
            <a:pPr indent="0" marL="0">
              <a:buNone/>
            </a:pPr>
            <a:r>
              <a:rPr lang="en-US" sz="1300" u="sng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questions on Day 4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of a well-behaved API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methods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GET, POST, PUT, PATCH, DELETE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server says how it went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766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94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94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624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594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API in a few lines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960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88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788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818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788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 on Week 1 topics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Ohayou gozaimasu (おはようございます): Good morning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 you can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REST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resources, URLs and stateless requests.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HTTP well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right method and status code for each action.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requests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URL, headers, body and response.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FastAPI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endpoints and test them in the /docs page.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web talks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 the language of every API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an HTTP exchange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do: GET, POST...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67128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76856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304288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resource: /products/42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77056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986784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014216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info: content type, auth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86984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696712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724144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sent, usually JSON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96912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434072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 + JSON body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request and a response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 line holds method and path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describe the content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body carries JSON data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 starts with a status code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610612"/>
          </a:xfrm>
          <a:prstGeom prst="roundRect">
            <a:avLst>
              <a:gd name="adj" fmla="val 2802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336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/products HTTP/1.1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Host: api.shop.com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 application/json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{"name": "Pen", "price": 20}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HTTP/1.1 201 Created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 application/json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{"id": 7, "name": "Pen", "price": 20}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principles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APIs people enjoy using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REST ideas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a noun: products, orders, users.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identify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/products/42 points to one product.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act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HTTP method says what to do with it.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request carries all it needs.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766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94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94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624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in and out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594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common, readable format for data.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960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88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788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818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788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patterns everywhere, fewer surprises.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methods and CRUD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310896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CRUD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Has body?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/products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/products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 /products/42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update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 /products/42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/products/42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Usually 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must never change data. It should be safe to call again and again.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and poor URL design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/getAllProducts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/createProduct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/deleteProduct?id=42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/Products_List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/products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/products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/products/42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nouns, lowercase, no verbs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codes you will use daily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Code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When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OK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GET, PUT, PATCH worked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 Created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resource made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worked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 No Content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Success, nothing to return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worked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/ 422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 request or invalid data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or wrong fields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 / 403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logged in / not allowed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problems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 Not Found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 does not exist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id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code families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digit tells you who should fix the problem.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005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2xx Success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86300" y="1463040"/>
            <a:ext cx="40005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691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691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372100" y="164592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3xx Redirect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69180" y="2121408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somewhere else.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40005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2918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2918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4xx Client error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767328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sent something wrong.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86300" y="3108960"/>
            <a:ext cx="40005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69180" y="32918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6918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372100" y="32918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5xx Server error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869180" y="3767328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broke something.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fast and beginner friendly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FastAPI?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hints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Python type hints you met on Day 2.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validation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data is rejected with clear errors.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docs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Swagger page at /docs.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quickest Python frameworks.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up FastAPI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7285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3728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fastapi uvicorn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5686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9461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4695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7469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70433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73177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with app = FastAPI()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9427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3202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12105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1210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4174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6918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main:app --reload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3168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6943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49515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4951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97915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0659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127.0.0.1:8000/docs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Colab we test with TestClient, which calls the API without a running server.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API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= FastAPI() creates the application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@app.get is a decorator (Day 3!)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function's return becomes JSON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parameters come from the URL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830525"/>
          </a:xfrm>
          <a:prstGeom prst="roundRect">
            <a:avLst>
              <a:gd name="adj" fmla="val 2584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556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 import FastAPI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FastAPI()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@app.get("/")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home():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{"message": "Hello, API"}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@app.get("/products/{pid}")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get_product(pid: int):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{"id": pid, "name": "Pen"}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Kantan (簡単): Easy! That is a complete API.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Returning the right status code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status_code on the decorator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HTTPException for errors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turns it into a JSON error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can react to the code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3202686"/>
          </a:xfrm>
          <a:prstGeom prst="roundRect">
            <a:avLst>
              <a:gd name="adj" fmla="val 2284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928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 import HTTPException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 = {1: "Pen", 2: "Book"}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@app.post("/products", status_code=201)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create(name: str):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pid = max(products) + 1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products[pid] = name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{"id": pid, "name": name}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@app.get("/items/{pid}")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read(pid: int):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pid not in products: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HTTPException(404, "Not found")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{"id": pid, "name": products[pid]}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Assessment: 2 hours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mix of MCQs and short coding tasks covering Days 1 to 4: Python basics, functions and data, OOP, MongoDB and architecture.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every question twice. Attempt everything; partial answers still earn marks.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Ganbatte (頑張って): Do your best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Method, URL, headers, body, then a status code and JSON back.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Nouns in URLs, methods for actions, stateless requests.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2xx ok, 4xx client fault, 5xx server fault.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Decorated functions become endpoints with free docs.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Monday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starts with a 15 question quiz on today's topics.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Day 5 recap and the extra topics.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766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94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94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624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Day 5 workbook.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8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88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818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Pre-read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788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the Day 6 pre-read on data contracts and ORMs.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with me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65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after class, feedback, or want to share what you built today? Reach out on LinkedIn.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9260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on Monday for Day 6: FastAPI core and SQLAlchemy.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Yoi shuumatsu wo (良い週末を): Have a great weekend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5: API Fundamentals and FastAPI</dc:title>
  <dc:subject>PptxGenJS Presentation</dc:subject>
  <dc:creator>Ahmed</dc:creator>
  <cp:lastModifiedBy>Ahmed</cp:lastModifiedBy>
  <cp:revision>1</cp:revision>
  <dcterms:created xsi:type="dcterms:W3CDTF">2026-10-03T06:21:02Z</dcterms:created>
  <dcterms:modified xsi:type="dcterms:W3CDTF">2026-10-03T06:21:02Z</dcterms:modified>
</cp:coreProperties>
</file>