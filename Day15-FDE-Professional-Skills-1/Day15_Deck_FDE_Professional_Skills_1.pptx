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  |  FDE Professional Skills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 Professional Skills 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identity and mindset, and a bias towards action, through simulations and role plays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 (full day)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14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identity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Forward Deployed Engineer is and is not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curiosity and customer focus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towards action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forward with incomplete information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 on site, the 30 minute prototype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vague request, the status update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role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an FDE does and how it differs from other roles.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mindset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ownership and customer focus in real situations.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under uncertainty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reversible from irreversible decisions and move.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progress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crisp update with a clear next step and ask.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 identity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who goes where the problem is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Forward Deployed Engineer does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engineer, part consultant, part product thinker.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with customers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inside the customer's world, systems and constraints.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863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91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91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721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real solutions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691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production code, pipelines and integrations, not slides.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business pain into technical plans and back again.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63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91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91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product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field lessons back so the product improves for everyone.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FDE compares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Main question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Success looks like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engineer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we build the product well?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features for many users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should the client do?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sound recommendation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Solutions / sales engineer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the product fit this need?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convincing demo and a signed deal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we make this customer succeed, now?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working outcome in production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differ by company. These are typical patterns, not strict rules.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day in the life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with the customer team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 failing data feed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fix to their environment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to clarify a vague requirement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 dashboard for tomorrow's review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product team a field note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Genba (現場): The actual place where work happens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FDE mindset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think shapes what you deliver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habits of effective FDEs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is my problem until it is solved", even outside my code.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focus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for their users matter more than elegant tech.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 until the real problem appears.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thing that works today, improved tomorrow.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technical things to non-technical people.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speed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stack on Monday, productive by Wednesday.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in practice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my job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API is another team's, I raised a ticket"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"Requirements were unclear"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perfect information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raised it, found a workaround, and I am following up today"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clarified with three questions and confirmed in writing"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forward and adjusts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towards action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beats perfect plans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decisions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doors (reversible)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library for a prototype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dashboard layout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tasks this week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fast, learn, adjust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doors (hard to reverse)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customer data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production schema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to a contract date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down, consult, document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smallest useful step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certain?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 I guessing? Write it down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step that tests the biggest guess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it, get feedback, adjust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 prototype in front of a user teaches more than a week of meetings.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Action, not recklessness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Bias towards action is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It is not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Timeboxing research, then deciding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Skipping research entirely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 a safe prototype to learn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 untested code to production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down assumptions openly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Hiding uncertainty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Escalating early with options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until it is too late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crisp status update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"Feed is live for 2 of 3 regions. Fixed the date bug. Region 3 by Thursday. Need VPN access for Ravi."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 in one sentence.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863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91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91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721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691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 since last time.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will do next, and by when.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63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91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91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you, if anything.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Simulations and role plays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in a safe space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activities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Day one on site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Simulation, teams of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2 hours with a new customer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The vague request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play, pairs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Clarifying questions and assumptions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30 minute prototype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Timed sprint, teams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useful step from messy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 tough update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play, pairs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news with a plan and an ask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Debrief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group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worked, what to try next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scenario cards are in today's hands-on activities document.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play rules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in character. Customers can be vague, busy or frustrated; that is the point. Observers take notes on what worked, not on what went wrong.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round: one thing that worked, one thing to try next time. Kind and specific.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FDEs embed, build and translate to make customers succeed.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customer focus, curiosity, pragmatism.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fast on two-way doors; slow down on one-way doors.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Situation, action, next, ask. Every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Monday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15 recap and the extra reading.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15 reflection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16 pre-read on SQL and full pipelines.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on Monday for Day 16: PySpark batch pipelines and SQL.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Yoi shuumatsu wo (良い週末を): Have a great weekend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15: FDE Professional Skills 1</dc:title>
  <dc:subject>PptxGenJS Presentation</dc:subject>
  <dc:creator>Ahmed</dc:creator>
  <cp:lastModifiedBy>Ahmed</cp:lastModifiedBy>
  <cp:revision>1</cp:revision>
  <dcterms:created xsi:type="dcterms:W3CDTF">2026-10-03T06:55:28Z</dcterms:created>
  <dcterms:modified xsi:type="dcterms:W3CDTF">2026-10-03T06:55:28Z</dcterms:modified>
</cp:coreProperties>
</file>