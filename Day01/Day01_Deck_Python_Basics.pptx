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Python Basics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Basics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syntax, variables, conditions, loops and type casting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in the browser and VS Code on your laptop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reads your instructions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and naming information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text to numbers and back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program to decide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work without copy and paste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Hajimemashou (始めましょう): Let's begin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a Python program in Colab and in VS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variables and pick the right data type for each value.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if, elif and else to choose between paths.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tasks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and while loops to automate repetition.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Python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program is and why so many people start here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 is a recipe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kitchen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lists exact steps in order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are measured and labelled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dough is sticky, add flour"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"Stir 10 times"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lists exact instructions in order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in named variables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conditions choose what happens next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repeat a step as many times as needed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Python is a great first language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English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clean code that is easy to read and review.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almost anything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apps, data, automation, AI and testing.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community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libraries, tutorials and answers for nearly every problem.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will meet Python in this program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basics are the foundation for every one of these.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services that power web and mobile apps.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moving data with PySpark.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LLMs, building RAG and agents.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tests and deployment helpers.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to write and run Python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two workspaces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browser, nothing to install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saved to your Google Drive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learning and demos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lives in cells you run one by 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editor installed on your laptop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Python from python.org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real projects and apps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.py files and notebooks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your first program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and create a new notebook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print("Hello, Python!") in a code cell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 + Enter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appears below the cell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Code: create hello.py, type the same line, then click the Run button.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print(): your first instruction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shows a value on the screen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goes inside quotes: single or double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several values with commas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starting with # are comments and are ignored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069287"/>
          </a:xfrm>
          <a:prstGeom prst="roundRect">
            <a:avLst>
              <a:gd name="adj" fmla="val 353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794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first program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Python!")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print("Today is Day",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Python!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is Day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Renshuu (練習): Practice. Try changing the message!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and variables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 of Python and how to store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grammar rules to remember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matters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at the start of a line group code together. Use 4 spaces.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sensitive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Name and NAME are three different things.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line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is usually one instruction. No semicolons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are labelled boxes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 that points to a value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means "store", not "equals"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change the value later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works out the type for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"Bengaluru"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 = 499.50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is_open =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students + 5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basic data types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holds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= 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with decimals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= 99.5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always in quotes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= "Asha"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or False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is_member = 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any value with type(), for example type(99.5) gives &lt;class 'float'&gt;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variables well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lowercase with underscores: total_marks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names describe the value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letter or underscore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a number: 1st_name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or dashes: total marks, total-marks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keywords: if, for, class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letters like x for important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casting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one type into another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input() always gives you text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asks the user to type something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they type comes back as a str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on text fails or joins strings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with int() or float() first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input("Your age: 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print(type(age))     # str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int(age)       # cast to 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age: 27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 functions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Converts to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 and result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int("42") gives 42, int(7.9) gives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float("3.5") gives 3.5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str(100) gives "100"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or False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bool(0) is False, bool("hi") is 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int("hello") raises a ValueError: only convert text that looks like a number.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your program make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if, elif, else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checks conditions from top to bottom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True block runs, the rest are skipped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catches everything left over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colon and the indentation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016606"/>
          </a:xfrm>
          <a:prstGeom prst="roundRect">
            <a:avLst>
              <a:gd name="adj" fmla="val 242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742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72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85: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 A")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60: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 B")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print("Keep practising")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and logical operators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 (True)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==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!=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, &lt;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Greater, less than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&gt;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 , &lt;=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or equal, less or equal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&gt;=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/ or / not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conditions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&gt; 18 and has_id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= stores a value, == compares two values.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work the smart way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loops: repeat a known number of times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walks through each item in a sequence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range(1, 6) gives 1, 2, 3, 4, 5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number is not included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tables, lists and counting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542946"/>
          </a:xfrm>
          <a:prstGeom prst="roundRect">
            <a:avLst>
              <a:gd name="adj" fmla="val 2877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26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6):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print("5 x", n, "=", 5 * 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x 1 =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x 2 =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x 3 = 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x 4 =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x 5 = 25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loops: repeat until something changes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keeps going as long as the condition is True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change something inside, or it never stops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loop early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skips to the next round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542946"/>
          </a:xfrm>
          <a:prstGeom prst="roundRect">
            <a:avLst>
              <a:gd name="adj" fmla="val 2877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26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attempts &lt; 3: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attempts +=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print("Attempt", attempts)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with type casting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to repeat the question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to decide the result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output for the user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730959"/>
          </a:xfrm>
          <a:prstGeom prst="roundRect">
            <a:avLst>
              <a:gd name="adj" fmla="val 422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45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int(input("Score: "))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50: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print("Pass")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print("Try again")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errors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Error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Usually means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Quick fix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colon, quote or bracket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end of the 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IndentationError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Spaces are inconsistent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4 spaces per level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NameError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used before it exists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spelling and order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Mixing incompatible types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with int(), str()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value for a conversion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the input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normal. Read the last line of the message first: it tells you what went wrong.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Day 1 notebook and the hands-on problem sheet. Start with problems 1 to 4, then try the stretch goals.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if you get stuck: explain your code out loud to your partner. You will be surprised how often the bug becomes obvious.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that store values of type int, float, str or bool.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gives text. Convert with int() or float() before maths.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elif, else choose a path. Colons and indentation matter.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repeats a known number of times. while repeats until a condition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 post-read summary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 workbook pages.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 pre-read: functions and data structures.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2: functions, data structures and file handling.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Python Basics</dc:title>
  <dc:subject>PptxGenJS Presentation</dc:subject>
  <dc:creator>Ahmed</dc:creator>
  <cp:lastModifiedBy>Ahmed</cp:lastModifiedBy>
  <cp:revision>1</cp:revision>
  <dcterms:created xsi:type="dcterms:W3CDTF">2026-10-03T06:21:00Z</dcterms:created>
  <dcterms:modified xsi:type="dcterms:W3CDTF">2026-10-03T06:21:00Z</dcterms:modified>
</cp:coreProperties>
</file>