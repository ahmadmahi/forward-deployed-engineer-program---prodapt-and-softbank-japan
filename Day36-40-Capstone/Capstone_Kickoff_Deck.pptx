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36  |  Capstone Project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5D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inkedin.com/in/ahmed-al-imaa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inkedin.com/in/ahmed-al-imaa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36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Project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36 to 40: build a real product end to end, measure it, and present it like an FDE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2918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32918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52144" y="32918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605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Ahmed</a:t>
            </a:r>
            <a:endParaRPr lang="en-US" sz="13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linkedin.com/in/ahmed-al-imaad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week at a glance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344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36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0992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teams, scoping and design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76600" y="105156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9480" y="123444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94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962400" y="12344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37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59480" y="170992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build: data, API, AI core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6000" y="105156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88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788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1800" y="12344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78880" y="170992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end, guardrails, evaluation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2608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39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40156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observe, rehearse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76600" y="274320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59480" y="292608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94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62400" y="292608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40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59480" y="340156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and evaluation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96000" y="274320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88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788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81800" y="292608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78880" y="340156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 stand-up and decision log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Ohayou gozaimasu (おはようございます): Good morning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the capstone you can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3444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like an FDE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0992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customer brief into a clear MVP with success metrics.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86300" y="105156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69180" y="123444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372100" y="123444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end to end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170992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API, AI, UI, tests, containers and pipeline.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92608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quality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0156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set, metrics, error analysis and a quality gate.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86300" y="274320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691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691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72100" y="292608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with confidence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69180" y="340156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first, live demo, honest limits, strong Q&amp;A.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8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your project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realistic customer scenarios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projects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briefs, starter notebooks and build prompts are in the capstone folder.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90800" cy="1417320"/>
          </a:xfrm>
          <a:prstGeom prst="roundRect">
            <a:avLst>
              <a:gd name="adj" fmla="val 5161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4592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ShopSmart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recommendations and a grounded shopping assistant.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2590800" cy="1417320"/>
          </a:xfrm>
          <a:prstGeom prst="roundRect">
            <a:avLst>
              <a:gd name="adj" fmla="val 5161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59480" y="164592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594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62400" y="164592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BookFinder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59480" y="2121408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search in plain language, with availability and reservations.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6000" y="1463040"/>
            <a:ext cx="2590800" cy="1417320"/>
          </a:xfrm>
          <a:prstGeom prst="roundRect">
            <a:avLst>
              <a:gd name="adj" fmla="val 5161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880" y="164592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788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81800" y="164592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PolicyPal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78880" y="2121408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and IT policy chatbot with citations, guardrails and handoff.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90800" cy="1417320"/>
          </a:xfrm>
          <a:prstGeom prst="roundRect">
            <a:avLst>
              <a:gd name="adj" fmla="val 5161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29184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SupportPilot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67328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support copilot with tools, approvals and an MCP server.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76600" y="3108960"/>
            <a:ext cx="2590800" cy="1417320"/>
          </a:xfrm>
          <a:prstGeom prst="roundRect">
            <a:avLst>
              <a:gd name="adj" fmla="val 5161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59480" y="32918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5948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962400" y="32918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InsightDesk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459480" y="3767328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sales pipeline and a safe natural-language data agent.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project fits your team?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840480"/>
                <a:gridCol w="2560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Strongest focus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Course days used most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ShopSmart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Recommendations, hybrid search, grounded facts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4, 9, 12, 22, 23, 25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BookFinder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quality, SQL relationships, transactions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6, 7, 12, 23, 29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PolicyPal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RAG, guardrails, evaluation, quality gates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22, 23, 26, 28, 29, 30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SupportPilot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Agents, tool calling, approvals, protocols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8, 25, 26, 27, 28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InsightDesk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pipelines, Spark SQL, data agents, drift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13, 14, 16, 27, 35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8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every team must deliver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baseline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baseline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344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0992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with Pydantic, 6+ endpoints, a database.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76600" y="105156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9480" y="123444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94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962400" y="12344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59480" y="170992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with loading, error and empty states.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6000" y="105156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88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788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1800" y="123444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78880" y="170992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recommendations, agent or data agent.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2608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40156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set, metrics, quality gate in CI.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76600" y="274320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59480" y="292608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94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62400" y="292608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59480" y="340156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secrets handling, least privilege.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96000" y="2743200"/>
            <a:ext cx="25908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88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788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81800" y="2926080"/>
            <a:ext cx="172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78880" y="3401568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deployment, logs, a monitoring 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Deliverables (due Day 40, 09:00 IST)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Deliverable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contains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Code, tests, Dockerfiles, pipeline, golden set, README, AI tool disclosure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diagram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Components, data flow, AI usage, guardrails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report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Metrics, error analysis, slices, known limits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 note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Deploy, monitor, roll back, one runbook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deck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to 12 slides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log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decisions with options and reasons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8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 will be evaluated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points, four levels per criterion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 part 1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4389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Criterion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Points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Evaluators look for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understanding and scoping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statement, users, metrics, assumptions, MVP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and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diagram, layered code, reasoned choices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functionality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Must-haves work end to end; acceptance checks pass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and data quality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set of 20+, metrics, error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 part 2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4389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Criterion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Points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Evaluators look for</a:t>
                      </a:r>
                      <a:endParaRPr lang="en-US" sz="1500" dirty="0"/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A3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quality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Tests, CI green, pull requests, readable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and responsible AI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Guardrails, secrets, red-team and slice checks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and operations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Containers, deployment, logs, monitoring, drift check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and communication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first, live demo, honest limits, Q&amp;A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Teamwork and process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Stand-ups, decision log, fair contribution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= weight x level / 4. Distinction 85+, Merit 70+, Pass 55+.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8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day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 to show what you built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10 minute demo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89888" cy="2286000"/>
          </a:xfrm>
          <a:prstGeom prst="roundRect">
            <a:avLst>
              <a:gd name="adj" fmla="val 5263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488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6032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users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67128" y="1371600"/>
            <a:ext cx="1389888" cy="2286000"/>
          </a:xfrm>
          <a:prstGeom prst="roundRect">
            <a:avLst>
              <a:gd name="adj" fmla="val 5263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21488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56032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of real user stories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77056" y="1371600"/>
            <a:ext cx="1389888" cy="2286000"/>
          </a:xfrm>
          <a:prstGeom prst="roundRect">
            <a:avLst>
              <a:gd name="adj" fmla="val 5263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21488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14216" y="256032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metrics and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6984" y="1371600"/>
            <a:ext cx="1389888" cy="2286000"/>
          </a:xfrm>
          <a:prstGeom prst="roundRect">
            <a:avLst>
              <a:gd name="adj" fmla="val 5263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96712" y="21488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724144" y="256032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and next steps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96912" y="1371600"/>
            <a:ext cx="1389888" cy="2286000"/>
          </a:xfrm>
          <a:prstGeom prst="roundRect">
            <a:avLst>
              <a:gd name="adj" fmla="val 5263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21488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Q&amp;A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434072" y="256032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Sponsor, IT and security questions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speaks. Have a recorded backup in case the network fails.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of the week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3444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 welcome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0992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what was generated and how you reviewed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86300" y="105156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69180" y="123444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372100" y="123444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only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170992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real customer or personal data.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92608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stay secret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0156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 or Key Vault, never Git.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86300" y="274320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691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691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72100" y="292608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can explain everything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69180" y="340156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may be directed at any team member.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Chiimu waaku (チームワーク): Teamwork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two hours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2011680"/>
          </a:xfrm>
          <a:prstGeom prst="roundRect">
            <a:avLst>
              <a:gd name="adj" fmla="val 4545"/>
            </a:avLst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teams, choose a project, then write the problem statement, users, success metrics and assumptions log before any code. Checkpoint 1 at the end of today is a design review with your mentor.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29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beats breadth: a smaller scope done well scores higher than many half-finished features.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Ganbatte (頑張って): Do your best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reminders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3444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0992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MVP; keep a visible backlog for extras.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86300" y="105156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69180" y="123444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372100" y="123444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170992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from day one; numbers on demo day.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92608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small, often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0156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requests, green CI, daily checkpoints.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86300" y="2743200"/>
            <a:ext cx="4000500" cy="1463040"/>
          </a:xfrm>
          <a:prstGeom prst="roundRect">
            <a:avLst>
              <a:gd name="adj" fmla="val 5000"/>
            </a:avLst>
          </a:prstGeom>
          <a:solidFill>
            <a:srgbClr val="E3F6F5"/>
          </a:solidFill>
          <a:ln w="12700">
            <a:solidFill>
              <a:srgbClr val="E3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69180" y="2926080"/>
            <a:ext cx="384048" cy="384048"/>
          </a:xfrm>
          <a:prstGeom prst="ellipse">
            <a:avLst/>
          </a:prstGeom>
          <a:solidFill>
            <a:srgbClr val="0FA3A3"/>
          </a:solidFill>
          <a:ln w="12700">
            <a:solidFill>
              <a:srgbClr val="0FA3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691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72100" y="2926080"/>
            <a:ext cx="31318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69180" y="3401568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Stand-ups, decision log, honest status.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FA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with me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65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after class, feedback, or want to share what you built today? Reach out on LinkedIn.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9260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  </a:t>
            </a:r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linkedin.com/in/ahmed-al-imaad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is Friday 18 December. Build something you are proud of.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Ganbatte kudasai (頑張ってください): Please do your best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36: Capstone Project</dc:title>
  <dc:subject>PptxGenJS Presentation</dc:subject>
  <dc:creator>Ahmed</dc:creator>
  <cp:lastModifiedBy>Ahmed</cp:lastModifiedBy>
  <cp:revision>1</cp:revision>
  <dcterms:created xsi:type="dcterms:W3CDTF">2026-10-04T03:44:11Z</dcterms:created>
  <dcterms:modified xsi:type="dcterms:W3CDTF">2026-10-04T03:44:11Z</dcterms:modified>
</cp:coreProperties>
</file>