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Days 36 to 40: build a real product end to end, measure it, and present it like an FDE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15 Dec to Mon 21 Dec 2026  |  Capstone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Capstone week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Day 36 Tue 15 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Quiz, teams, scoping and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Day 37 Wed 16 Dec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Core build: data, API, AI 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Day 38 Thu 17 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Front end, guardrails, evaluation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Day 39 Fri 18 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Deploy, observe, rehearse. Code freeze 17:00 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Day 40 Mon 21 Dec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Deliverables 09:00 IST. Demo day and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Every 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minute stand-up, decision log, evening hotel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the capstone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Scope like an FDE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Turn a customer brief into a clear MVP with success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Data, API, AI, UI, tests, containers and pipeline.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Prove quality and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Golden set, metrics, quality gate, security checklist.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Present with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Answer first, live demo, honest limits, strong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Choose your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Six realistic customer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six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ShopSmart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E-commerce recommendations and a grounded shopping assistant.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BookFinder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Library search in plain language, with availability and reservations.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PolicyPal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HR and IT policy chatbot with citations, guardrails and handoff.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SupportPilot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Agentic support assistant with tools, approvals and an MCP server.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InsightDesk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PySpark sales pipeline and a safe natural-language data agent.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674620"/>
            <a:ext cx="25908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285750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LegacyLift NEW (v4)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332987"/>
            <a:ext cx="22250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Modernise a legacy order app to FastAPI + React with Codex, tests 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Full briefs, starter notebooks and build prompts are in the capstone folder.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Which project fits your team?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Strongest 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Course days used most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ShopSmart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Recommendations, hybrid search, grounded facts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4, 7, 11, 18, 22, 26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BookFinder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Search quality, SQL relationships, transactions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6, 11, 22, 31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PolicyPal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RAG, guardrails, evaluation, quality gates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18, 22, 27, 30, 31, 32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SupportPilot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Agents, tool calling, approvals, protocols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7, 26, 27, 28, 30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InsightDesk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pipelines, Spark SQL, data agents, drift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15, 16, 28, 35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LegacyLift (NEW v4)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Modernisation, tests first, security, Codex workflow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3, 5, 15, 20, 23, 30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every team must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The technical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Technical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Back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FastAPI with Pydantic, 6+ endpoints, a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Front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React with loading, error and empty states.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RAG, recommendations, agent or data agent.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Golden set, metrics, quality gate in CI.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Guardrails, secrets handling, least privilege.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Docker, deployment, logs, a monitoring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Baseline additions in v4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Modernisation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legacy module from your brief, characterisation tests first, small PRs.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Build, test and style commands; folders not to touch; no secrets in prompts.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Security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Mapped to the OWASP Top 10 for Agentic Applications.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Vulnerability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bandit, pip-audit, npm audit and red-team findings, fixed and verified.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Token and cost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Cost per request and per 1,000, before and after one optimisation.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shared/templates: OWASP checklist, vulnerability report, learner AGENTS.md.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Deliverables (due Day 40, 09:00 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contains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Repository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Code, tests, Dockerfiles, pipeline, golden set, README, AGENTS.md, AI tool disclosure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Architecture diagram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Components, data flow, AI usage, guardrails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Evaluation report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Metrics, error analysis, slices, known limits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Operations note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Deploy, monitor, roll back, one runbook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Security and cost (NEW v4)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OWASP Agentic checklist, vulnerability report, token and cost report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Demo deck and decision log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8 to 12 slides; key decisions with options and reasons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How you will be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100 points, four levels per criterion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Rubric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Evaluators look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Problem understanding and scoping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Problem statement, users, metrics, assumptions, MVP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Architecture and design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Clear diagram, layered code, reasoned choices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Core functionality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Must-haves work end to end; acceptance checks 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AI and data quality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Golden set of 20+, metrics, error analysis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Rubric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Evaluators look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Engineering quality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Tests, CI green, pull requests, AGENTS.md, modernisation step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Security and responsible AI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Guardrails, secrets, red-team, OWASP checklist, vulnerability report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Deployment and operations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Containers, deployment, logs, monitoring, drift check, cost report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Demo and communication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Answer first, live demo, honest limits, Q&amp;A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Teamwork and process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Stand-ups, decision log, fair contribution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Points = weight x level / 4. Distinction 85+, Merit 70+, Pass 55+.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Demo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Ten minutes to show what you built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10 minute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Problem and users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Live demo of real user stories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2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Results: metrics and evaluation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2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Limits and next steps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5 min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Sponsor, IT and security 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Every team member speaks. Have a recorded backup in case the network fails.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Rules of the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Chiimu waaku (チームワーク): Teamwork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OpenAI Codex, reviewed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Approved models only; reviewed PRs; disclose what was generated.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Sample data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Never real customer or personal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Secrets stay secret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Environment variables or Key Vault, never Git or prompts.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Everyone can explain everything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Q&amp;A may be directed at any team member.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first two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mbria"/>
              </a:rPr>
              <a:t>Form teams, choose a project, then write the problem statement, users, success metrics and assumptions log before any code. Checkpoint 1 at the end of today is a design review with your mentor.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Depth beats breadth: a smaller scope done well scores higher than many half-finished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reminders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36  | 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Scope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Agree the MVP; keep a visible backlog for extras.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Golden set and token log from day one; numbers on demo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Ship small, often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Pull requests, green CI with security gates, daily checkpoints.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Communicate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Stand-ups, decision log, honest status.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Demo day is Monday 21 December. Build something you are proud 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Ganbatte kudasai (頑張ってください): Please do your best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