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35  |  Drift Detection and Optimization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 and Optimization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types and mitigation, quality optimisation and LLMOps automation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on Day 34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types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concept, knowledge, model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drift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KS test, embedding shift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when drift appears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optimisation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with experiments, not guesses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checks and safe rollouts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drift types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data, concept, knowledge and model drift.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drift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PSI, a KS test and embedding centroid shift.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 drift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right mitigation for each type.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LLMOps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drift checks, evaluations and gated optimisations.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drift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changes; your system must notice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in LLM applications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What changes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(input) drift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users send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product questions, more Japanese queries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 correct answer 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Refund policy changes from 30 to 14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documents vs reality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not rebuilt after the policy update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model's behaviour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update makes answers longer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drift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system returns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refusals, lower confidence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Detecting drift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now with a reference period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stability index (PSI)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 feature in both periods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share in each bucket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0.1: stable; above 0.25: big shift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lengths, scores, categories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33956"/>
          </a:xfrm>
          <a:prstGeom prst="roundRect">
            <a:avLst>
              <a:gd name="adj" fmla="val 3783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59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psi(ref, cur, bins=10):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= np.linspace(0, 1, bins + 1)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edges = np.quantile(ref, q)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np.histogram(ref, edges)[0] / len(ref)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np.histogram(cur, edges)[0] / len(cur)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r, c = r + 1e-6, c + 1e-6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float(np.sum((c - r) * np.log(c / r)))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a drift test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Signal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Reads as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Numeric (length, latency, score)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 test or PSI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 below 0.01 or PSI above 0.25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Categories (topic, language)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or chi-square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each category changed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questions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centroid distance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question moved in 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set and feedback trends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Scores or thumbs-down changed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starting points; tune them on your own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drift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a sample of questions per week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average vector (centroid)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distance = users ask different things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new questions to see what is new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900123"/>
          </a:xfrm>
          <a:prstGeom prst="roundRect">
            <a:avLst>
              <a:gd name="adj" fmla="val 3850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62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ref_vec = embed(week1_questions).mean(axis=0)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cur_vec = embed(week4_questions).mean(axis=0)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 = np.linalg.norm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 = ref_vec @ cur_vec / 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norm(ref_vec) * norm(cur_vec))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drift = 1 - cos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print(f"centroid drift: {drift:.3f}")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Henka (変化): Change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Mitigating drift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fix to the cause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Responses to drift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Drift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Response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 topics (data drift)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documents, extend the golden set, update routing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 changed (concept drift)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golden answers first, then documents and prompts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Stale index (knowledge drift)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ingestion and index rebuilds on document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Model update (model drift)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 versions, run golden set, adjust prompt or roll back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Longer or vaguer outputs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Tighten format instructions, set max tokens, re-evaluate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optimisation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with experiments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optimisation cycle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"k=5 will fix visa misses"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67128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276856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304288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77056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986784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014216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set: quality, cost, latency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86984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96712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724144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Keep, revert or refine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371600"/>
            <a:ext cx="1389888" cy="2286000"/>
          </a:xfrm>
          <a:prstGeom prst="roundRect">
            <a:avLst>
              <a:gd name="adj" fmla="val 5263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06640" y="2148840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2560320"/>
            <a:ext cx="11155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Canary, then full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Levers you can pull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quality problems in RAG systems are retrieval or data problems, not model problems.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Chunking, k, hybrid search, re-ranking, query rewriting.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691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691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372100" y="164592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69180" y="212140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rules, examples, output format, length limits.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for hard cases, smaller for easy ones (routing).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86300" y="3108960"/>
            <a:ext cx="4000500" cy="1417320"/>
          </a:xfrm>
          <a:prstGeom prst="roundRect">
            <a:avLst>
              <a:gd name="adj" fmla="val 5161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69180" y="32918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6918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72100" y="32918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69180" y="3767328"/>
            <a:ext cx="3634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documents, outdated content, better metadata.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LLMOps automation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schedules do the routine work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weekly automation plan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When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Action on failure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 changed documents, rebuild index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change or nightly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data owner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Drift report (PSI, KS, embeddings)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a review ticket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Golden set 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and on every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release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model version check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eval before switching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and quality report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to stakeholders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Discuss in review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never removes human judgement: it decides when people should look.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drift in a simulated month of questions with PSI, KS and embedding shift, diagnose which kind it is, run optimisation experiments on the golden set, and write a weekly automated LLMOps job with a report.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variable per experiment so you know what caused the improvement.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types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concept, knowledge, model and output drift.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PSI, KS test and embedding centroid shift vs a reference.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cause: documents, golden answers, versions, prompts.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ingestion, drift reports, evals and gated releases.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capstone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starts the 5-day capstone. Teams are formed in the first session.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35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35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five capstone briefs and rank your top two.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on Monday for the capstone project (Days 36 to 40).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Yoi shuumatsu wo (良い週末を): Have a great weekend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35: Drift Detection and Optimization</dc:title>
  <dc:subject>PptxGenJS Presentation</dc:subject>
  <dc:creator>Ahmed</dc:creator>
  <cp:lastModifiedBy>Ahmed</cp:lastModifiedBy>
  <cp:revision>1</cp:revision>
  <dcterms:created xsi:type="dcterms:W3CDTF">2026-10-04T03:44:24Z</dcterms:created>
  <dcterms:modified xsi:type="dcterms:W3CDTF">2026-10-04T03:44:24Z</dcterms:modified>
</cp:coreProperties>
</file>