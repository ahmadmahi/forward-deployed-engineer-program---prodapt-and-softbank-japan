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Variables, conditions and loops, reusable functions, lists and dictionaries, and saving data to CSV and JSON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Tue 27 Oct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Hajimemashou (始めましょう): Let's begin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Kahoot and setup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Is Colab working for everyone?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Session 1 (1.5 hrs)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Variables, types, conditions, loops, casting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Session 2 (1.5 hrs)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Functions, parameters, return, built-ins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Session 3 (2 hrs)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Lists, tuples, sets, dicts, nested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Session 4 (1.5 hrs)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Files: CSV and JSON, read and write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SmartDesk step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CLI ticket logger that saves to 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Write basic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variables, types, if/elif/else and loops in Colab.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Write 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Define functions with parameters, defaults and return values.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Pick a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Choose list, tuple, set or dict, and loop through nested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Persist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Save and load records with CSV and JSON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Self-study before and after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90800" cy="301752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 (self-study)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22250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Python setup in Colab and VS Code, syntax basics: print, comments, indentation.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6600" y="1051560"/>
            <a:ext cx="2590800" cy="301752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Post-read (self-study)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1709928"/>
            <a:ext cx="22250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Comprehensions, lambda, map and filter.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1051560"/>
            <a:ext cx="2590800" cy="301752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880" y="1709928"/>
            <a:ext cx="22250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Class time goes to practice. The pre-read covers what you can learn alone.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Stuck on setup? Use shared/Laptop_Setup_Guide.pdf and ask in the morning slot.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Python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(1.5 hrs): variables, types, conditions, loops, casting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program is a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In the kitchen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 recipe lists exact steps in order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Ingredients are measured and labelled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"If the dough is sticky, add flour"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"Stir 10 times"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In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 program lists exact instructions in order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Data is stored in named variables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if conditions choose what happens next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Loops repeat a step as many times as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Variables are labelled boxes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variable is a name that points to a value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= means "store", not "equals"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You can change the value later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Python works out the type for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80" b="0" i="0">
                <a:solidFill>
                  <a:srgbClr val="EAF7F5"/>
                </a:solidFill>
                <a:latin typeface="Courier New"/>
              </a:rPr>
              <a:t>city = "Bengaluru"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students = 30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fee = 499.50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is_open = True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students = students + 5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print(students)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print(f"{city}: {students} students, fee {fee:.2f}")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Output: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35</a:t>
            </a:r>
          </a:p>
          <a:p>
            <a:r>
              <a:rPr sz="980" b="0" i="0">
                <a:solidFill>
                  <a:srgbClr val="EAF7F5"/>
                </a:solidFill>
                <a:latin typeface="Courier New"/>
              </a:rPr>
              <a:t>Bengaluru: 35 students, fee 499.50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four basic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holds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Whole numbers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age = 28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Numbers with decimals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price = 99.5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Text, always in quotes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name = "Asha"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True or False only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is_member = True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Check any value with type(). For example, type(99.5) gives &lt;class 'float'&gt;.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Type casting: input() always gives you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Converts to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 and result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int()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Whole number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int("42") gives 42, int(7.9) gives 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float()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Decimal number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float("3.5") gives 3.5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str()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str(100) gives "100"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bool()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True or False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bool(0) is False, bool("hi") is True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"5" + "5" gives "55". int("hello") raises a ValueError.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if, elif,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Python checks conditions from top to bottom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first True block runs, the rest are skipped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else catches everything left over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Notice the colon and the indentation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and, or, not combine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EAF7F5"/>
                </a:solidFill>
                <a:latin typeface="Courier New"/>
              </a:rPr>
              <a:t>marks = 72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if marks &gt;= 85: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print("Grade A")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elif marks &gt;= 60: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print("Grade B")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else: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    print("Keep practising")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Output: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Grade 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for and while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for: a known number of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Walks through each item in a sequence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range(1, 6) gives 1 to 5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The stop number is not included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Great for lists and counting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while: until something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Runs while the condition is True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Always change something inside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break exits the loop early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continue skips to the next 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An infinite loop is a while loop whose condition never becomes False.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Common beginner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Usually means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Quick fix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SyntaxError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Missing colon, quote or bracket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Check the end of the line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IndentationError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Spaces are inconsistent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Use 4 spaces per level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NameError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Variable used before it exists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Check spelling and order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TypeError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Mixing incompatible types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Cast with int(), str()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ValueError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Bad value for a conversion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Validate the input first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Read the last line of an error message first: it tells you what went wrong.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(1.5 hrs): write once, use many times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Why functions?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Without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Same steps copied in many places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One bug must be fixed everywhere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Long scripts that are hard to read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With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Steps written once, called by name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Fix in one place, fixed everywhere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Small named blocks that explain themselves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Defining and calling a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def starts a function definition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Parameters are the inputs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Defaults are used when nothing is passed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return sends a result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43" b="0" i="0">
                <a:solidFill>
                  <a:srgbClr val="EAF7F5"/>
                </a:solidFill>
                <a:latin typeface="Courier New"/>
              </a:rPr>
              <a:t>def add_gst(price, rate=18):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    """Return the price including GST."""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    tax = price * rate / 100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    return price + tax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print(add_gst(1000))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print(add_gst(1000, rate=5))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Output: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1180.0</a:t>
            </a:r>
          </a:p>
          <a:p>
            <a:r>
              <a:rPr sz="1243" b="0" i="0">
                <a:solidFill>
                  <a:srgbClr val="EAF7F5"/>
                </a:solidFill>
                <a:latin typeface="Courier New"/>
              </a:rPr>
              <a:t>1050.0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Function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Name in the definition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def greet(name)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Argument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Value passed in the call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greet("Mei")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Default value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Used when nothing is passed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rate=18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Return value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Result handed back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return total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Where a variable is visible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local vs global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3872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 function without return gives back None.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Built-in functions you will use every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len()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Number of items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len([3, 5, 7]) gives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sum(), min(), max()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Add up, smallest, largest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max([3, 9, 4]) gives 9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sorted()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New sorted list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sorted([3, 1, 2]) gives [1, 2, 3]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round()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Round a number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round(3.14159, 2) gives 3.14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enumerate()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Position and item together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for i, x in enumerate(items, start=1)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range()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sequence of numbers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range(0, 10, 2)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(2 hrs): four ways to organise many values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four built-in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Looks like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Ordered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Changeable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Duplicates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[1, 2, 2]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tuple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(1, 2, 2)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{1, 2}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dict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{"a": 1}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Keys: No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Choose by asking: do I need order, changes, uniqueness or lookup by name?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Lists: your everyday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Index from 0, negative counts from the end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append() adds, remove() deletes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Slicing [start:stop] copies a part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len() gives the size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EAF7F5"/>
                </a:solidFill>
                <a:latin typeface="Courier New"/>
              </a:rPr>
              <a:t>fruits = ["apple", "mango", "kiwi"]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fruits.append("banana")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print(fruits[0], fruits[-1])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print(fruits[1:3])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print(len(fruits))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Output: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apple banana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['mango', 'kiwi']</a:t>
            </a:r>
          </a:p>
          <a:p>
            <a:r>
              <a:rPr sz="1400" b="0" i="0">
                <a:solidFill>
                  <a:srgbClr val="EAF7F5"/>
                </a:solidFill>
                <a:latin typeface="Courier New"/>
              </a:rPr>
              <a:t>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Tuples and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Tuple (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Ordered and cannot change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Good for fixed records: (lat, lon)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Can be unpacked: x, y =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Set {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Unique items only, no order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Remove duplicates: set(my_list)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Fast membership test: x in 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Union |, intersection &amp;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Dictionaries: look up by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Key value pairs, like a real dictionary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Keys must be unique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get() avoids errors for missing keys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items() loops over 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7" b="0" i="0">
                <a:solidFill>
                  <a:srgbClr val="EAF7F5"/>
                </a:solidFill>
                <a:latin typeface="Courier New"/>
              </a:rPr>
              <a:t>student = {"name": "Yuki", "score": 88}</a:t>
            </a:r>
          </a:p>
          <a:p>
            <a:r>
              <a:rPr sz="1307" b="0" i="0">
                <a:solidFill>
                  <a:srgbClr val="EAF7F5"/>
                </a:solidFill>
                <a:latin typeface="Courier New"/>
              </a:rPr>
              <a:t>student["city"] = "Chennai"</a:t>
            </a:r>
          </a:p>
          <a:p>
            <a:r>
              <a:rPr sz="1307" b="0" i="0">
                <a:solidFill>
                  <a:srgbClr val="EAF7F5"/>
                </a:solidFill>
                <a:latin typeface="Courier New"/>
              </a:rPr>
              <a:t>print(student["name"])</a:t>
            </a:r>
          </a:p>
          <a:p>
            <a:r>
              <a:rPr sz="1307" b="0" i="0">
                <a:solidFill>
                  <a:srgbClr val="EAF7F5"/>
                </a:solidFill>
                <a:latin typeface="Courier New"/>
              </a:rPr>
              <a:t>print(student.get("age", "N/A"))</a:t>
            </a:r>
          </a:p>
          <a:p>
            <a:r>
              <a:rPr sz="130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07" b="0" i="0">
                <a:solidFill>
                  <a:srgbClr val="EAF7F5"/>
                </a:solidFill>
                <a:latin typeface="Courier New"/>
              </a:rPr>
              <a:t>for key, value in student.items():</a:t>
            </a:r>
          </a:p>
          <a:p>
            <a:r>
              <a:rPr sz="1307" b="0" i="0">
                <a:solidFill>
                  <a:srgbClr val="EAF7F5"/>
                </a:solidFill>
                <a:latin typeface="Courier New"/>
              </a:rPr>
              <a:t>    print(key, ":", value)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Nested data: how real data looks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Renshuu (練習): Practice. Add a third order!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list of dictionaries is like a table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Each dict is one row, keys are columns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Loop and access fields by name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This is exactly the shape of 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75" b="0" i="0">
                <a:solidFill>
                  <a:srgbClr val="EAF7F5"/>
                </a:solidFill>
                <a:latin typeface="Courier New"/>
              </a:rPr>
              <a:t>orders = [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{"id": 1, "item": "Pen", "qty": 3},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{"id": 2, "item": "Book", "qty": 1},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]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for o in orders: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print(o["item"], "x", o["qty"])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total = sum(o["qty"] for o in orders)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print("Total items:", total)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File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4 (1.5 hrs): keep data after the program ends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Working with a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2984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9352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352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346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23103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open(path, mode) with r, w or a</a:t>
            </a:r>
          </a:p>
        </p:txBody>
      </p:sp>
      <p:sp>
        <p:nvSpPr>
          <p:cNvPr id="10" name="Chevron 9"/>
          <p:cNvSpPr/>
          <p:nvPr/>
        </p:nvSpPr>
        <p:spPr>
          <a:xfrm>
            <a:off x="306933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7080" y="1371600"/>
            <a:ext cx="252984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8520" y="2148840"/>
            <a:ext cx="2346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Read or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6808" y="2560320"/>
            <a:ext cx="23103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read(), readlines(), write()</a:t>
            </a:r>
          </a:p>
        </p:txBody>
      </p:sp>
      <p:sp>
        <p:nvSpPr>
          <p:cNvPr id="16" name="Chevron 15"/>
          <p:cNvSpPr/>
          <p:nvPr/>
        </p:nvSpPr>
        <p:spPr>
          <a:xfrm>
            <a:off x="5919216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6960" y="1371600"/>
            <a:ext cx="2529840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9328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328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2148840"/>
            <a:ext cx="2346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Close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6688" y="2560320"/>
            <a:ext cx="231038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with closes the file for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Always prefer: with open("notes.txt", "w") as f: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CSV files: spreadsheets as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CSV stores rows, comma separated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csv.DictWriter writes dicts as rows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csv.DictReader reads rows as dicts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Values come back as text: cast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33" b="0" i="0">
                <a:solidFill>
                  <a:srgbClr val="EAF7F5"/>
                </a:solidFill>
                <a:latin typeface="Courier New"/>
              </a:rPr>
              <a:t>import csv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rows = [{"name": "Ana", "marks": 81},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      {"name": "Ken", "marks": 67}]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with open("marks.csv", "w", newline="") as f: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  w = csv.DictWriter(f, ["name", "marks"])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  w.writeheader()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  w.writerows(rows)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with open("marks.csv") as f: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  for r in csv.DictReader(f):</a:t>
            </a:r>
          </a:p>
          <a:p>
            <a:r>
              <a:rPr sz="1133" b="0" i="0">
                <a:solidFill>
                  <a:srgbClr val="EAF7F5"/>
                </a:solidFill>
                <a:latin typeface="Courier New"/>
              </a:rPr>
              <a:t>        print(r["name"], int(r["marks"]))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JSON files: the language of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JSON looks like Python dicts and lists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json.dump writes, json.load reads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indent=2 makes it human friendly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You will use JSON in every API in this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75" b="0" i="0">
                <a:solidFill>
                  <a:srgbClr val="EAF7F5"/>
                </a:solidFill>
                <a:latin typeface="Courier New"/>
              </a:rPr>
              <a:t>import json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ticket = {"id": 1, "customer": "Mei",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      "issue": "No signal",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      "tags": ["network", "urgent"]}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with open("tickets.json", "w") as f: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json.dump([ticket], f, indent=2)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with open("tickets.json") as f: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data = json.load(f)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print(data[0]["tags"][0])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CSV or JSON?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Shape of data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Flat rows and columns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Nested objects and lists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Opens in Excel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Not directly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Used by web APIs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Rarely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Almost always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 types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Everything is text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Numbers, bools, null kept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Rule of thumb: tables go to CSV, structured records go to JSON.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SmartDesk: our running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customer support platform for a telecom operator.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How it grows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step per technical day, from a CLI to an agentic AI app.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Step 1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CLI ticket logger: add, list and save tickets to JSON.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shared/SmartDesk/ and Day02_App_Build_Prompts.md.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1: CLI ticket logger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Each ticket is a dict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Functions: load, save, add, list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Tickets saved to tickets.json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Survives a restart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75" b="0" i="0">
                <a:solidFill>
                  <a:srgbClr val="EAF7F5"/>
                </a:solidFill>
                <a:latin typeface="Courier New"/>
              </a:rPr>
              <a:t>def add_ticket(tickets, customer, issue,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           priority="medium"):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ticket = {"id": len(tickets) + 1,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          "customer": customer,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          "issue": issue,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          "priority": priority,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          "status": "open"}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tickets.append(ticket)</a:t>
            </a:r>
          </a:p>
          <a:p>
            <a:r>
              <a:rPr sz="1275" b="0" i="0">
                <a:solidFill>
                  <a:srgbClr val="EAF7F5"/>
                </a:solidFill>
                <a:latin typeface="Courier New"/>
              </a:rPr>
              <a:t>    return ticket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Build the contact book, then the SmartDesk ticket logger: functions first, then the data, then save it to a 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Test each function on its own before connecting them together. Work in pairs and explain your code out loud.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Variables, types, casting, if/elif/else, for and while.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def, parameters, defaults, return. Small, named and reusable.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Collections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list ordered, tuple fixed, set unique, dict key value.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with open() for text, csv for tables, json for nested records.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  |  Python Basics, Functions and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Day02_Hotel_Lab.md: post-read, notebook, problems, workbook.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2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Read the Day 3 pre-read: objects, good habits and OpenAI Codex setup.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3: OOP and the OpenAI Codex walkthrough.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