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The Node runtime, npm and supply chain hygiene, Express CRUD APIs, and testing with Postman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Thu 05 Nov 2026  |  Basics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Node.js and npm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Runtime, packages, package.json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Supply chain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Lockfiles and npm audit. NEW (v4)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Express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Routes, controllers, CRUD APIs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Postman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Collections, environments, tests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SmartDesk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Express notification service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Set up a Node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npm, package.json and scripts with confidence.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Keep dependencies 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Commit the lockfile, use npm ci, read npm audit output.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Express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Write a CRUD API with routes, controllers and status codes.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Test and handle errors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Test with Postman and handle errors in async routes.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sessions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Topics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Opening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Kahoot / recap quiz on Day 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1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1.5 hrs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Node runtime, npm, project structure, package.json; NEW (v4) lockfiles, npm audit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2.5 hrs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Express setup, routes, controllers, CRUD APIs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3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2.5 hrs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Postman testing; error handling in async routes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The Node.js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| 1.5 hrs | JavaScript outside the browser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What Node.js gives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 runtime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Runs JavaScript on servers and laptops, not only in browsers.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Built-in modules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fs for files, http for servers, path, os, crypto.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The event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thread, non-blocking I/O: many requests at once (Day 8).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npm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package manager and registry. npm is to Node.js what pip is to Python.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Modules: require and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One file is one module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module.exports shares functions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require loads them in another file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ES modules use import and export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82" b="0" i="0">
                <a:solidFill>
                  <a:srgbClr val="EAF7F5"/>
                </a:solidFill>
                <a:latin typeface="Courier New"/>
              </a:rPr>
              <a:t>// store.js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let tasks = [];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const add = (title) =&gt; {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  const t = { id: tasks.length + 1,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              title };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  tasks.push(t);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  return t;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};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module.exports = { add };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// server.js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const { add } = require("./store");</a:t>
            </a:r>
          </a:p>
          <a:p>
            <a:r>
              <a:rPr sz="1282" b="0" i="0">
                <a:solidFill>
                  <a:srgbClr val="EAF7F5"/>
                </a:solidFill>
                <a:latin typeface="Courier New"/>
              </a:rPr>
              <a:t>console.log(add("Learn Express"));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npm essentials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Command or file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npm init -y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Create package.json for a new project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npm install express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Add a package to node_modules and package.json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npm install -D nodemon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Add a development-only tool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package.json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Project name, scripts and dependency ranges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node_modules/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Installed packages: never commit to Git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npm run dev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Run a script defined in package.json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typical project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src/ for code, tests/ for tests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routes call controllers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controllers hold the logic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scripts start and watch the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12" b="0" i="0">
                <a:solidFill>
                  <a:srgbClr val="EAF7F5"/>
                </a:solidFill>
                <a:latin typeface="Courier New"/>
              </a:rPr>
              <a:t>tasks-api/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  package.json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  package-lock.json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  .gitignore     # node_modules, .env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  src/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    app.js       # app and middleware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    server.js    # listen on a port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    routes/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      tasks.js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    controllers/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      tasks.js</a:t>
            </a:r>
          </a:p>
          <a:p>
            <a:r>
              <a:rPr sz="1212" b="0" i="0">
                <a:solidFill>
                  <a:srgbClr val="EAF7F5"/>
                </a:solidFill>
                <a:latin typeface="Courier New"/>
              </a:rPr>
              <a:t>  tests/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npm supply chain hygiene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Every package you install is code you trust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Why the supply chain matters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Deep trees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Installing one package can pull in dozens of other packages.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Real risks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Known vulnerabilities, abandoned packages, typo-squatted names.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AI suggestions too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Codex may suggest packages. Check each name and need before installing.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Your job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Pin versions, review changes, scan, and patch quickly.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Version ranges and the lockfile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 package.json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Allows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"express": "5.1.0"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Exactly 5.1.0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 surprise updates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"express": "~5.1.0"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5.1.x patch releases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Small changes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"express": "^5.1.0"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5.x.x minor and patch releases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More drift between machines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package-lock.json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Records the exact version of every package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Commit it to Git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 lockfile makes every install identical. Use npm ci in CI and on servers.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npm install vs npm ci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npm install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Adds or updates packages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May update package-lock.json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Use while developing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npm 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Installs exactly what the lockfile says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Fails if package.json and lockfile disagree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Deletes node_modules first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Use in CI pipelines and on servers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npm audit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Checks installed packages against known advisories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Groups findings by severity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npm audit fix applies safe upgrades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Review and test before accepting fixes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46" b="0" i="0">
                <a:solidFill>
                  <a:srgbClr val="EAF7F5"/>
                </a:solidFill>
                <a:latin typeface="Courier New"/>
              </a:rPr>
              <a:t>$ npm audit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# Lists each vulnerable package, its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# severity, and the fixed version.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$ npm audit --audit-level=high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# Exit code 1 if high or critical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# findings exist: use in CI (Day 20)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$ npm audit fix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# Upgrades within your ranges.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# Run your tests again afterwards.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Supply chain checklist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Before installing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Is it needed? Is the name spelt right? Is it maintained?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Commit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package.json and package-lock.json. Never node_modules or .env.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 CI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npm ci, then npm audit --audit-level=high.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Record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Log findings in the vulnerability report template (Day 7).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| 2.5 hrs | A web server in a few lines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Your first Express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express() creates the app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express.json() parses JSON bodies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app.get / post / put / delete define routes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res.status().json() sends a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46" b="0" i="0">
                <a:solidFill>
                  <a:srgbClr val="EAF7F5"/>
                </a:solidFill>
                <a:latin typeface="Courier New"/>
              </a:rPr>
              <a:t>const express = require("express");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const app = express();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app.use(express.json());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app.get("/health", (req, res) =&gt; {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  res.json({ status: "ok" });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});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app.listen(3000, () =&gt;</a:t>
            </a:r>
          </a:p>
          <a:p>
            <a:r>
              <a:rPr sz="1246" b="0" i="0">
                <a:solidFill>
                  <a:srgbClr val="EAF7F5"/>
                </a:solidFill>
                <a:latin typeface="Courier New"/>
              </a:rPr>
              <a:t>  console.log("Listening on 3000"));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Where request data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 URL or body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 with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Path parameter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/tasks/7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req.params.id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Query string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/tasks?done=true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req.query.done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JSON body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{"title": "Call back"}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req.body.title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Headers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Authorization: Bearer ...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req.get("authorization")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CRUD routes in Express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Validate input, return 400 if wrong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201 for created, 204 for deleted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404 for unknown ids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Same status codes as FastAPI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20" b="0" i="0">
                <a:solidFill>
                  <a:srgbClr val="EAF7F5"/>
                </a:solidFill>
                <a:latin typeface="Courier New"/>
              </a:rPr>
              <a:t>app.post("/tasks", (req, res) =&gt; {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  const { title } = req.body;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  if (!title) {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    return res.status(400)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      .json({ error: "title is required" });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  }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  const task = { id: nextId++,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    title, done: false };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  tasks.push(task);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  res.status(201).json(task);</a:t>
            </a:r>
          </a:p>
          <a:p>
            <a:r>
              <a:rPr sz="1020" b="0" i="0">
                <a:solidFill>
                  <a:srgbClr val="EAF7F5"/>
                </a:solidFill>
                <a:latin typeface="Courier New"/>
              </a:rPr>
              <a:t>});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Routers and controllers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Router groups routes for one resource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Controllers hold the handler functions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app.use mounts the router on a path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Like FastAPI's APIRouter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68" b="0" i="0">
                <a:solidFill>
                  <a:srgbClr val="EAF7F5"/>
                </a:solidFill>
                <a:latin typeface="Courier New"/>
              </a:rPr>
              <a:t>// routes/tasks.js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const express = require("express");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const router = express.Router();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const c = require("../controllers/tasks");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router.get("/", c.list);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router.get("/:id", c.getOne);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router.post("/", c.create);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module.exports = router;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// app.js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const tasks = require("./routes/tasks");</a:t>
            </a:r>
          </a:p>
          <a:p>
            <a:r>
              <a:rPr sz="1068" b="0" i="0">
                <a:solidFill>
                  <a:srgbClr val="EAF7F5"/>
                </a:solidFill>
                <a:latin typeface="Courier New"/>
              </a:rPr>
              <a:t>app.use("/tasks", tasks);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FastAPI and Express side by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FastAPI (Python)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@app.get("/tasks/{id}")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Validation with Pydantic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Automatic /docs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Depends() for shared logic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Express (Node.js)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app.get("/tasks/:id", ...)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Validate manually or with a library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Docs added with extra tools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Middleware with app.use()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Testing and async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| 2.5 hrs | Click, send, inspect, recover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Postman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Choose method, enter URL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Body tab, raw, JSON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Read status, time and JSON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pm.test checks the status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Save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Add to a collection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Use a {{baseUrl}} variable so one collection works locally and in the cloud.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Postman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Tests run after every request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 status code and JSON shape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Run the whole collection in one click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quick regression suite for any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20" b="0" i="0">
                <a:solidFill>
                  <a:srgbClr val="EAF7F5"/>
                </a:solidFill>
                <a:latin typeface="Courier New"/>
              </a:rPr>
              <a:t>pm.test("status is 201", () =&gt; {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  pm.response.to.have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    .status(201);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});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pm.test("has an id", () =&gt; {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  const body = pm.response.json();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  pm.expect(body.id).to.exist;</a:t>
            </a:r>
          </a:p>
          <a:p>
            <a:r>
              <a:rPr sz="1320" b="0" i="0">
                <a:solidFill>
                  <a:srgbClr val="EAF7F5"/>
                </a:solidFill>
                <a:latin typeface="Courier New"/>
              </a:rPr>
              <a:t>});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Errors in async routes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Database and network calls are async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Express 5 sends rejected promises to the error handler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Express 4 needed try / catch or a wrapper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One error middleware returns a clean 500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997" b="0" i="0">
                <a:solidFill>
                  <a:srgbClr val="EAF7F5"/>
                </a:solidFill>
                <a:latin typeface="Courier New"/>
              </a:rPr>
              <a:t>app.get("/tasks/:id", async (req, res) =&gt; {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const t = await store.get(req.params.id);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if (!t) return res.status(404)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.json({ error: "Not found" });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res.json(t);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});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// error middleware: four arguments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app.use((err, req, res, next) =&gt; {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console.error(err.message);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res.status(500)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    .json({ error: "Something went wrong" });</a:t>
            </a:r>
          </a:p>
          <a:p>
            <a:r>
              <a:rPr sz="997" b="0" i="0">
                <a:solidFill>
                  <a:srgbClr val="EAF7F5"/>
                </a:solidFill>
                <a:latin typeface="Courier New"/>
              </a:rPr>
              <a:t>});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Status codes your API should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Express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Read or update worked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res.json(data)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Created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res.status(201).json(item)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Deleted, no body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res.status(204).end()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Bad input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res.status(400).json({ error })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404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Unknown id or route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Catch-all handler at the end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Unexpected error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Error middleware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8: notification 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small Express service that sends ticket notifications (simulated).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Endpoints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POST /notifications, GET /notifications, GET /health.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Validation, async error handling, Postman tests, npm audit clean.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Day09_App_Build_Prompts.md. Review every line Codex writes.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Hands-on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(頑張って):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Build a Tasks API with Express: routes, controllers, async error handling and proper status codes. Then test it with Postman and run npm audit.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Import the Postman collection generated in today's notebook to save time.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Node and npm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Modules, package.json, scripts. Never commit node_modules.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Supply chain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Commit the lockfile, npm ci in CI, npm audit and patch.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Routers, controllers, express.json(), clear status codes.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Postman collections with tests; error middleware for async routes.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9  |  Node.js and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topics, and Basics assessment 2.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Day09_Hotel_Lab.md: notebook, problems, Postman export.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9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10 pre-read on React. Revise Days 6 to 9.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10: React basics, plus Basics assessment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