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The LLM lifecycle, AgentOps, resilience, fine-tuning, versioning, and cost and latency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Thu 10 Dec 2026  |  GenAI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Lifecycle and AgentOps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Version prompts, tools, skills, MCP, models. NEW (v4)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Resilience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Failures, retries, fallbacks, circuit breakers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LLMOps vs MLOps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Fine-tuning, versioning, monitoring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Cost and latency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Builds on Day 25: trim, cache, route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Assessment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GenAI assessment 3, 1.5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Map the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Describe each stage of an LLM application and an agent's life.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Version everything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Bundle prompts, tools, skills, MCP servers and models in one manifest.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resilience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Add retries with backoff, fallbacks and a circuit breaker.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Control cost and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Measure per request and pick the right lever.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The LLM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Shipping is the start, not the 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Lifecycle of an LLM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Use case, success metric, risks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Prompts, RAG, tools, guardrails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Evaluate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Golden set, quality gate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Environments, rollout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Monitor, improve, retire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LLMOps is the discipline of running this loop reliably. Days 34 and 35 go deeper into deploy and operate.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What makes LLM apps different to operate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Henka (変化):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Traditional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Same input, same output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Bugs come from your code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Costs mostly fixed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LLM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Outputs vary run to run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Behaviour changes when the provider updates or retires a model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Cost grows with every token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Quality can drift silently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AgentOps: what an agent is made of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An agent is more than a prompt. Every part can change, so every part needs a version.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5908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Prompts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7"/>
            <a:ext cx="22250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System prompt, templates, few-shot examples.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6600" y="1371600"/>
            <a:ext cx="25908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9480" y="2029967"/>
            <a:ext cx="22250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Function schemas and the code behind them.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0" y="1371600"/>
            <a:ext cx="25908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880" y="2029967"/>
            <a:ext cx="22250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SKILL.md packages and AGENTS.md instructions.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17520"/>
            <a:ext cx="25908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200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20040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MCP servers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675887"/>
            <a:ext cx="22250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Server version, tool list, auth scopes.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76600" y="3017520"/>
            <a:ext cx="25908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59480" y="32004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9480" y="3200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62400" y="320040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9480" y="3675887"/>
            <a:ext cx="22250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Model name, version or snapshot, reasoning effort.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0" y="3017520"/>
            <a:ext cx="25908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278880" y="32004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8880" y="3200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1800" y="320040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8880" y="3675887"/>
            <a:ext cx="22250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Index build, golden set, memory store schema.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An AgentOps release manifest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One file describes the whole agent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hash per part detects silent changes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Rollback = deploy the previous manifest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Store it with the eval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97" b="0" i="0">
                <a:solidFill>
                  <a:srgbClr val="EAF7F5"/>
                </a:solidFill>
                <a:latin typeface="Courier New"/>
              </a:rPr>
              <a:t>{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"release": "smartdesk-agent-2.3.0",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"prompts": {"system": "sys_v12@a41f9c"},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"tools":   {"refund_tool": "1.4.0@77b2e0"},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"skills":  {"triage": "SKILL.md@0c9d13"},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"mcp_servers": {"tickets": "2.1.0"},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"model":   {"name": "gpt-6.1-sol",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          "reasoning_effort": "medium"},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"golden_set": "golden_v9"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Model deprecation runbook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you do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1. Watch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Track provider deprecation notices and the approved model list weekly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2. Inventory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Find every manifest, notebook and agent that uses the retiring model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3. Evaluate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Run the golden set and cost check on the candidate replacement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4. Canary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Send a small share of traffic to the new model; compare metrics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5. Switch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Update the manifest, keep the old manifest for rollback until retirement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6. Record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Note the change, results and date in the decision log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22776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Example: GPT-5.5 retired from Codex for ChatGPT sign-ins on 14 Oct 2026. Teams migrated to the current default.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What breaks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Real failure modes and how to survive them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Common production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Failure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First response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Rate limits (429)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Bursts of errors at peak time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Backoff, queue, request a higher limit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Timeouts and outages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Latency spikes, 5xx from provider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Retry, then fallback model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Model update or retirement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Golden pass rate drops; deprecation notice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Pin version, run eval, follow the runbook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Cost spike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Tokens per request jump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Find the prompt or loop causing it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Retrieval breakage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More "I don't know" answers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Check index freshness and ingestion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Tool or MCP change (NEW v4)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Tool-call errors rise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Pin tool and server versions, re-run tool tests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Retry with exponential backoff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Retry only errors that may pass next time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Wait longer after each failure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Add jitter so clients do not retry together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Give up after a few attempts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43" b="0" i="0">
                <a:solidFill>
                  <a:srgbClr val="EAF7F5"/>
                </a:solidFill>
                <a:latin typeface="Courier New"/>
              </a:rPr>
              <a:t>import random, time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def call_with_retry(fn, attempts=4):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for i in range(attempts):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try: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    return fn()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except (RateLimit, Timeout):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    if i == attempts - 1: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        raise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    wait = 2 ** i + random.random()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         time.sleep(wait)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Resilience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Fallback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If the main model fails, use a backup model or a cached answer.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Circuit breaker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After repeated failures, stop calling for a while and fail fast.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Graceful message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Tell the user clearly; never show a stack trace.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Timeouts everywhere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Every external call, tool and MCP server has a limit.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LLMOps and MLOps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Same goals, new moving parts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What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Classic MLOps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LLMOps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Main artefact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Your trained model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Prompts, retrieval, tools + a provider model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Frequent retraining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Rare fine-tuning; mostly prompt and data changes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Accuracy on labelled data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Golden sets, judges, faithfulness, trajectories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Cost driver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Training compute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Tokens on every request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Change risk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New model release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Prompt edits, tool changes, provider model updates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Prompting, RAG or fine-tuning?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Shuren (習練): Practice and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Best first choice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Answer from company documents that change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Follow a format or style consistently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Structured outputs and examples, then fine-tuning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Specialised classification at high volume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Fine-tuning a smaller model, or an SLM (Day 25)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Shorter prompts and lower latency for a fixed task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Fine-tuning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Up-to-date facts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RAG or a tool (fine-tuning does not keep facts current)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Try prompting first, add RAG for knowledge, fine-tune for behaviour.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fine-tuning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Real inputs and ideal outputs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Remove PII, fix errors, balance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Train and validation sets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Train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Provider job or open model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Evaluate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Golden set vs base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Quality of examples matters more than quantity. Hundreds of excellent examples beat thousands of messy ones.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Chat fine-tuning data (JSONL)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One conversation per line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System, user and the ideal assistant reply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Consistent style across examples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Validate before uploading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43" b="0" i="0">
                <a:solidFill>
                  <a:srgbClr val="EAF7F5"/>
                </a:solidFill>
                <a:latin typeface="Courier New"/>
              </a:rPr>
              <a:t>{"messages": [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{"role": "system",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"content": "Classify support tickets."},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{"role": "user",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"content": "I was charged twice"},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{"role": "assistant",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   "content": "billing"}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]}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Monitoring: what to watch from day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Golden pass rate, thumbs-down rate, "I don't know" 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Error rate by type, retries, breaker state.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Tokens and cost per request, feature and 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Versions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Release manifest id on every log line (Day 35 goes deeper).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Deployment, cost and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Every token costs money and time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Where cost and latency come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Lever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Input tokens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Long prompts and contexts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Trim context, prompt caching (Day 25)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Output tokens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Long answers; also slower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Concise output, max tokens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Reasoning effort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Hidden tokens and time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Lowest effort that passes the golden set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Model size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Bigger is slower and pricier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Route easy requests to a small model or SLM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Repeated questions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Paying again for the same answer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Cache answers or embeddings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Agent loops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Many calls per request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Cap steps, cheaper models for sub-steps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22776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Prices change often. Keep them in configuration and label examples as placeholders.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Latency vs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Optimise for 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Chat and live support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Smaller model, low reasoning effort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Streaming, short answers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Cache common questions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Optimise for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Refund decisions, compliance answers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Default or top-tier model, higher effort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Extra retrieval and re-ranking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Human review for high-risk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Decide per feature, write it down, and measure both on the golden set.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Assessment: GenAI assessment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kudasai (頑張ってください): Please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1.5 hours on security, evaluation and LLMOps: guardrails, red-teaming, golden sets, quality gates, versioning, resilience and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Plan your time and attempt every question.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28: resilient client and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Resilient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Retries with jitter, fallback model, circuit breaker, timeouts.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Release manifest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Prompts, tools, skills, MCP servers and model with hashes.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0E3B43"/>
                </a:solidFill>
                <a:latin typeface="Calibri"/>
              </a:rPr>
              <a:t>Cost and version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Cost per feature per day, by release id.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with 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Day33_App_Build_Prompts.md. Review every line Codex writes.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Scope, build, evaluate, deploy, operate. Then repeat.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AgentOps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Version prompts, tools, skills, MCP servers and models together.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Resilience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Backoff with jitter, fallbacks, circuit breakers, timeouts.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Cost and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Measure per request; trim, cache, route, cap.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33  | 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Day33_Hotel_Lab.md: failures, retries, cost comparison.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33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34 pre-read on deploying AI services.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34: LLM deployment and lifecycle.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