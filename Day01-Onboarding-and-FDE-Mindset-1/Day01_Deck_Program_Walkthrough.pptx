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Program walkthrough, laptop check, pre-assessment, ways of working and the SmartDesk project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26 Oct 2026  |  Onboarding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Hajimemashite (はじめまして): Nice to meet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Program walkthrough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Calendar, tracks and assessment days (45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Laptop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Software check with the setup guide (75 min)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50 questions, no preparation needed (60 min)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Expectations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Ways of working and support (30 min)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SmartDesk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project you build all program (30 min)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FDE Mindset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Afternoon session with the FDE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program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40 days, 26 Oct to 21 Dec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Five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you get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Basics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Python, MongoDB, FastAPI, JavaScript, Node, React, testing, data, DevOps, Docker, Azure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GenAI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LLMs, prompting, RAG, SLMs, agents, MCP, security, evaluation, LLMOps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FDE Mindset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Days 1, 14, 19, 24, 29 with the FDE team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Capstone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Days 36 to 40: team project, demo on 21 Dec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Holiday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Mon 9 Nov, Deepavali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GenAI starts in Week 3 (Day 12) and appears every week after.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Weeks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26 to 30 Oct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Python, OOP, OpenAI Codex, MongoDB, FastAPI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 to 6 Nov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SQLAlchemy, security, JavaScript, Node, React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10 to 13 Nov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Full stack, GenAI intro, prompt engineering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16 to 20 Nov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Testing, Spark, DevOps, RAG foundations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23 to 27 Nov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Git, CI/CD, Docker, Azure, vector search, agentic security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30 Nov to 4 Dec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SLMs and token cost, LangGraph, agents, MCP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7 to 11 Dec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Guardrails, evaluation, LLMOps, deployment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8 to 9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14 to 21 Dec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Observability, then the capstone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 and special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Days 5, 10, 13, 17, 27 and 33.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Senior FDE interaction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Opening slot on Days 22 and 28.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1:1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End of Days 26 and 32.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Capstone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Day 40, Mon 21 Dec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typical technical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15 questions on the previous day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Deck and live notebook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Hands-on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Problems and app build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90 to 120 min in the evening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Short read for tomorrow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Nine files every technical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Deck and 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Deck, pre-read, post-read (recap and beyond).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Colab notebook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Option A for Colab, Option B for VS Code. Offline mode for GenAI.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Hands-on problems and an interactive workbook.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App build prompts for OpenAI Codex, with a SmartDesk step.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the previous training day.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NEW (v4): the evening plan, with what to submit.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Laptop and software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Use shared/Laptop_Setup_Guide.pdf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Software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Needed from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Browser + Google account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1 to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Colab runs print('hello')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Python 3.12+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python --version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VS Code + OpenAI Codex extension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code --version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Git + GitHub account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3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git --version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Node.js LTS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node --version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Postman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9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GET returns 200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Docker Desktop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Day 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docker run --rm hello-world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Optional: MongoDB Compass, Java 17, Hugging Face account.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Keys and secrets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Where keys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Colab Secrets or a git-ignored .env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Where keys never 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Code, notebooks, prompts, chats, front-end code, AGENTS.md.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Two budgets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key for Codex from Day 3, one for app calls from Day 12.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No key?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GenAI notebooks run in offline demo mode.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Pre-assessment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50 questions to find your starting point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Pre-assessment: 50 questions, 60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There is no pass mark. It shows where you start, so we can support you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Answer honestly. Skip a question rather than guess. Results are shared only with your trainers.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Ways of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How we learn together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Expectations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Be on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day starts with the quiz.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Hands on keyboard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every demo yourself.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Ask early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If you are stuck for 15 minutes, 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AI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From Day 3, read every diff Codex writes.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 the evening lab and submit the listed item.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Respect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customer data or secrets in any tool.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SmartDesk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One project, built step by step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SmartDesk: a telecom support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The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Customers raise tickets; agents resolve them faster with AI help.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Customer, support agent, team lead, admin.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How it grows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CLI, API, full stack, RAG, agents, production.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shared/SmartDesk and a SmartDesk prompt in each day's App_Build_Prompts.md.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  |  Program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Day 2 has no quiz. It starts straight away.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Laptop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Finish any Required install you could not complete today.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the Day 2 pre-read on Python basics.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you can open and run a Colab notebook.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2: Python basics, functions, data structures and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