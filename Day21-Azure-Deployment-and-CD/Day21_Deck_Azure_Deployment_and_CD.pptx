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App Service, Container Apps, CD pipelines with environments, Key Vault and managed identity, and deploying SmartDesk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Tue 24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Azure hosting (2 hrs)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 Service, Container Apps, VMs in the portal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CD pipelines (2 hrs)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Service connections, variables vs secrets, environments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Secrets done 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Key Vault and managed identity.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End to end (2.5 hrs)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CI/CD demo and deploying SmartDesk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Best practices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Tag, smoke test, roll back, clean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Pick a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Choose App Service, Container Apps, AKS or a VM for a given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 a CD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Build once, deploy dev, approve, deploy prod with the same image.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Handle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Keep secrets in Key Vault and read them with a managed identity.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Release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Smoke test, roll back by tag, and clean up resources.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Azure hosting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(2 hrs). Pick the simplest one that 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Where to run an app on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Scaling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You manage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App Service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Web apps and APIs, code or container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Manual or rules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App settings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Container Apps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Containers, microservices, jobs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Automatic, to zero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Container + scale rules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Large platforms, full Kubernetes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Very flexible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Much more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Virtual Machine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Special requirements, legacy software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You build 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Everything, including OS patches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FDE default: start with App Service or Container Apps. Move to AKS only with a clear reason.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From image to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Docker image from your Dockerfile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 Azure Container Registry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 Service or Container Apps pulls it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Configure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Settings and secret references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Hit /health, check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Registry and App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az acr build builds in the cloud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Linux plan hosts the container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WEBSITES_PORT tells it your port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Portal: App Services &gt; Create &gt;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68" b="0" i="0">
                <a:solidFill>
                  <a:srgbClr val="EAF7F5"/>
                </a:solidFill>
                <a:latin typeface="Courier New"/>
              </a:rPr>
              <a:t>az acr create -g rg-demo -n acrdemo123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--sku Basic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az acr build -r acrdemo123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-t tasks-api:1.0 .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az appservice plan create -g rg-demo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-n plan-demo --is-linux --sku B1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az webapp create -g rg-demo -p plan-demo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-n tasks-api-demo123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--container-image-name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acrdemo123.azurecr.io/tasks-api:1.0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az webapp config appsettings set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-g rg-demo -n tasks-api-demo123 \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  --settings WEBSITES_PORT=8000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Azure Container Apps in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Shukka (出荷): Shipping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containerapp up builds and deploys from source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ingress external gives a public URL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target-port is your app's port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Scales automatically, even to zero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20" b="0" i="0">
                <a:solidFill>
                  <a:srgbClr val="EAF7F5"/>
                </a:solidFill>
                <a:latin typeface="Courier New"/>
              </a:rPr>
              <a:t>az containerapp up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--name tasks-api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--resource-group rg-demo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--location centralindia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--source .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--ingress external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--target-port 8000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az containerapp logs show \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-n tasks-api -g rg-demo --follow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Virtual machines: 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full server: you choose the OS, size and disks.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you 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Patching, security, scaling, backups and monitoring.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When it 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Legacy software, special drivers, lift-and-shift migrations.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trap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VM bills while it runs, even when idle. Stop or delete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Continuous delivery with Azure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(2 hrs). Every merge to main can reach users safely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Lint, tests, security gates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Build +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Image tagged with build id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Deploy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Automatic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 person checks dev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Deploy prod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Same image, prod 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Environments in Azure DevOps hold approvals and show deployment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Service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Saved, scoped access from the pipeline to Azure or a registry.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Prefer federation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Workload identity federation: no stored client secret to leak.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Scope tightly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resource group per connection where possible.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Reference by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azureSubscription: sc-azure. Never paste credentials in YAML.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Variables vs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Plain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Region, app name, image tag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Visible in YAML and logs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Fine to commit to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Secret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Passwords, connection strings, keys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Masked in logs as ***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Must be mapped into env for scripts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Best stored in Key Vault, linked to 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Never echo a secret in a script step. Masking is a safety net, not a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Deployment stage with an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deployment job targets an environment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Approvals are set on the environment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same image tag moves forward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Service connection holds Azure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94" b="0" i="0">
                <a:solidFill>
                  <a:srgbClr val="EAF7F5"/>
                </a:solidFill>
                <a:latin typeface="Courier New"/>
              </a:rPr>
              <a:t>- stage: DeployProd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dependsOn: DeployDev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jobs: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- deployment: prod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environment: production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strategy: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runOnce: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deploy: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steps: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- task: AzureContainerApps@1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  inputs: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    azureSubscription: sc-azure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    containerAppName: tasks-api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    resourceGroup: rg-prod</a:t>
            </a:r>
          </a:p>
          <a:p>
            <a:r>
              <a:rPr sz="1094" b="0" i="0">
                <a:solidFill>
                  <a:srgbClr val="EAF7F5"/>
                </a:solidFill>
                <a:latin typeface="Courier New"/>
              </a:rPr>
              <a:t>              imageToDeploy: $(img)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Key Vault and managed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continued. No secrets in code, YAML or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Azure Key Vault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Secrets, keys and certificates, encrypted and access-controlled.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Who can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Azure RBAC roles such as Key Vault Secrets User.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Every read can be logged. You see who accessed what.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Change a secret in one place; apps pick up the new version.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Managed identity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 read Key Vault, the app needs a credential. Where do you keep that 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Azure gives the app its own identity. No password to store or rotate.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app asks Azure for a short-lived token, then calls Key Vault with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Least privilege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Grant only the roles it needs: Key Vault Secrets User, AcrPull.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Reading a secret with a managed identity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Assign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Turn on the app's identity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Role on the Key Vault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 gets a short-lived token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Key Vault returns the secret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As an env var or via the SDK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Vault + managed identity in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40" b="0" i="0">
                <a:solidFill>
                  <a:srgbClr val="EAF7F5"/>
                </a:solidFill>
                <a:latin typeface="Courier New"/>
              </a:rPr>
              <a:t># 1. Give the app an identity; let it read secrets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az webapp identity assign -g rg-demo -n tasks-api-demo123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az role assignment create --assignee &lt;principalId&gt; \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  --role "Key Vault Secrets User" --scope &lt;vault-id&gt;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# 2. App setting that points at Key Vault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az webapp config appsettings set -g rg-demo \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  -n tasks-api-demo123 --settings \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  "DATABASE_URL=@Microsoft.KeyVault(SecretUri=&lt;secret-uri&gt;)"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# 3. Or read it in Python with the SDK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from azure.identity import DefaultAzureCredential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from azure.keyvault.secrets import SecretClient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kv = SecretClient(VAULT_URL, DefaultAzureCredential())</a:t>
            </a:r>
          </a:p>
          <a:p>
            <a:r>
              <a:rPr sz="1240" b="0" i="0">
                <a:solidFill>
                  <a:srgbClr val="EAF7F5"/>
                </a:solidFill>
                <a:latin typeface="Courier New"/>
              </a:rPr>
              <a:t>db_url = kv.get_secret("db-url").value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same identity can get AcrPull on the registry, so no registry password is stored either.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End-to-end CI/CD and deploying SmartDesk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(2.5 hrs). From merge to a live URL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end-to-end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 approved by a human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Tests and security gates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Built, scanned, pushed to ACR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Deployed and smoke tested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After approval, same tag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Safe release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Habit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Tag images with the build 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Know exactly what is running; roll back by tag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Deploy to dev first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Catch config problems before users do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Smoke test /health after deploy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Fail the pipeline if the app is not up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Secrets in Key Vault, read by managed identity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Not in YAML, images, Git or pipeline logs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Clean up test resources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Avoid surprise costs: delete the resource group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Smoke test and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curl --fail turns an error into a red stage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Retries allow for start-up time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Rollback = redeploy the previous tag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Practise rollback before you need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15" b="0" i="0">
                <a:solidFill>
                  <a:srgbClr val="EAF7F5"/>
                </a:solidFill>
                <a:latin typeface="Courier New"/>
              </a:rPr>
              <a:t>- script: |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curl --fail --retry 5 --retry-delay 10 \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    https://$(appUrl)/health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displayName: Smoke test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# Rollback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az containerapp update -n tasks-api \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-g rg-prod \</a:t>
            </a:r>
          </a:p>
          <a:p>
            <a:r>
              <a:rPr sz="915" b="0" i="0">
                <a:solidFill>
                  <a:srgbClr val="EAF7F5"/>
                </a:solidFill>
                <a:latin typeface="Courier New"/>
              </a:rPr>
              <a:t>  --image acr.azurecr.io/tasks-api:&lt;previous-tag&gt;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Azure subscription window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Azure labs run in class only, Days 17 to 21. Delete your resource groups after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No access tonight? The notebook simulates the pipeline, secrets and rollback offline. The thinking is the same.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18: deployed to Azure with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SmartDesk API and dashboard on Container Apps (or App Service).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Database URL and JWT secret in Key Vault, read by managed identity.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Test, Security, Build, DeployDev, approval, DeployProd, smoke test.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Runbook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Deploy, verify, roll back, rotate a secret, clean up.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App Service or Container Apps first; AKS or VMs only when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Same image through dev and prod, with approvals on environments.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Key Vault plus managed identity: nothing to leak in code or YAML.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Habits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Tag, smoke test, roll back by tag, clean up.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21  |  Azure Deployment and Continuous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Day21_Hotel_Lab.md: CD cells, offline problems, runbook.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21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22 pre-read on searching by meaning.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22: embeddings, vector databases and the RAG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