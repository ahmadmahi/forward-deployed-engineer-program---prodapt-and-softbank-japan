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Logs, traces and OpenTelemetry GenAI spans, cost per trace, drift detection and scheduled evals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Mon 14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 and 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34, then participant PPTs (20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Logs, metrics, traces, quality signals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OpenTelemetry GenAI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Standard spans, token and cost per trace.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Alerts and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Dashboards, alert rules, review queue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Data, concept, knowledge, provider and model.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Optimise and automate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Experiments, re-ranking, scheduled evals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Instrument an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Emit JSON logs and OpenTelemetry GenAI spans with token and cost per trace.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Monitor and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Track latency, errors, cost and quality; write alerts that matter.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Detect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Measure PSI, KS and embedding shift; spot provider and model drift.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Automate 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 experiments and schedule evals in CI or with Codex automations.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Being able to ask any question about your running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three pillars, plus one for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Logs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What happened in this request?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Request 7f3a: retrieved c7, answered in 1.9 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How is the system doing overall?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p95 latency 2.4 s, error rate 0.8%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Where did the time and tokens go?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Retrieval 120 ms, model 1,650 ms, 2,400 tokens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Quality signals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Are answers still good?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Thumbs-down rate, faithfulness on samples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Monitoring tells you something is wrong. Observability helps you find out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Structured JSON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JSON object per line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Always include a request id and release id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Log prompt id, context ids, tokens, latency, outcome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Never log secrets; mask personal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54" b="0" i="0">
                <a:solidFill>
                  <a:srgbClr val="EAF7F5"/>
                </a:solidFill>
                <a:latin typeface="Courier New"/>
              </a:rPr>
              <a:t>import json, logging, uuid, time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def log(event, **fields):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rec = {"ts": time.time(), "event": event}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logging.info(json.dumps({</a:t>
            </a:r>
            <a:r>
              <a:rPr sz="954" b="1" i="0">
                <a:solidFill>
                  <a:srgbClr val="EAF7F5"/>
                </a:solidFill>
                <a:latin typeface="Courier New"/>
              </a:rPr>
              <a:t>rec, </a:t>
            </a:r>
            <a:r>
              <a:rPr sz="954" b="0" i="0">
                <a:solidFill>
                  <a:srgbClr val="EAF7F5"/>
                </a:solidFill>
                <a:latin typeface="Courier New"/>
              </a:rPr>
              <a:t>fields}))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rid = str(uuid.uuid4())[:8]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log("answer", request_id=rid, release="2.3.0",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prompt_id="answer_v8", model="gpt-6.1-sol",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tokens_in=812, tokens_out=164,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latency_ms=1930, retrieved=["c7", "c2"],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guardrail="pass")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OpenTelemetry GenAI semantic conventions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A shared vocabulary for LLM spans, so any backend can read them. Check the current spec version.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0005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Span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7"/>
            <a:ext cx="36347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For example chat {model}, embeddings {model}, execute_tool {tool}.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300" y="1371600"/>
            <a:ext cx="40005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91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91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1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9180" y="2029967"/>
            <a:ext cx="36347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gen_ai.operation.name, gen_ai.request.model, gen_ai.request.temperature.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40005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01752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93008"/>
            <a:ext cx="36347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gen_ai.response.model, gen_ai.response.finish_reasons.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6300" y="2834640"/>
            <a:ext cx="40005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69180" y="301752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9180" y="30175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100" y="301752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9180" y="3493008"/>
            <a:ext cx="36347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gen_ai.usage.input_tokens and gen_ai.usage.output_tokens.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Prompt and output content are opt-in in the conventions. Keep them off by default and mask personal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GenAI span with the OpenTelemetry SDK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Ashiato (足跡): Footprints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trace per user request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Child spans for retrieval, model and tools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Standard gen_ai.* attributes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Export to Azure Monitor, Grafana or others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63" b="0" i="0">
                <a:solidFill>
                  <a:srgbClr val="EAF7F5"/>
                </a:solidFill>
                <a:latin typeface="Courier New"/>
              </a:rPr>
              <a:t>tracer = provider.get_tracer("smartdesk")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with tracer.start_as_current_span(f"chat {m}") as s: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s.set_attribute("gen_ai.operation.name", "chat")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s.set_attribute("gen_ai.request.model", m)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answer = llm(prompt)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u = usage()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s.set_attribute("gen_ai.usage.input_tokens",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                u["input_tokens"])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s.set_attribute("gen_ai.usage.output_tokens",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                u["output_tokens"])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Token and cost per trace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Collect spans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All spans that share a trace id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Sum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Input and output from gen_ai.usage.*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Price them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Placeholder prices from config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Attach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Cost per trace, feature and user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 traces far above normal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An agent request can make ten model calls. Cost per trace shows the real price of one user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LLM app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Requests per minute, by feature.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p50 and p95, time to first token.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Rate by type: 429, timeout, validation, guardrail.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Per trace, per day and per feature, against budget.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Thumbs-down rate, "I don't know" rate, sampled faithfulness.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Guardrail blocks, PII redactions, injection flags.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Alerts that help, not annoy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this rule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Error spike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Error rate above 5% for 5 minutes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Avoid paging on a single blip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Slow responses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p95 above 1.3x the trailing baseline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Users feel the tail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Quality drop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Thumbs-down rate doubles vs last week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Relative change catches regressions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 runaway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 per trace above 3x the median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Catches agent loops early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Every alert needs an owner and a runbook link. An alert nobody acts on is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From feedback to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Thumbs, comments, escalations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Review queue, label the failure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Prompt, retrieval, data or guardrail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Add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Failure becomes a golden item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Quality gate passes, then 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Every fixed failure becomes a test, so it can never silently return.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When the world changes under your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Drift in LLM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changes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(input) drift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What users send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New 5G plan questions, more Japanese queries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Concept drift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What a correct answer is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Refund period changes from 30 to 14 days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Knowledge drift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Your documents vs reality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Index not rebuilt after the policy update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Provider and model drift (NEW v4)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The model behind the same name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New snapshot makes answers longer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Output drift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What the system returns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More refusals, lower confidence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Population stability index (PSI)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Bucket a feature in both periods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Compare the share in each bucket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Below 0.1: stable; above 0.25: big shift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Works for lengths, scores,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15" b="0" i="0">
                <a:solidFill>
                  <a:srgbClr val="EAF7F5"/>
                </a:solidFill>
                <a:latin typeface="Courier New"/>
              </a:rPr>
              <a:t>import numpy as np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def psi(ref, cur, bins=10):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q = np.linspace(0, 1, bins + 1)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edges = np.quantile(ref, q)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r = np.histogram(ref, edges)[0] / len(ref)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c = np.histogram(cur, edges)[0] / len(cur)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r, c = r + 1e-6, c + 1e-6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return float(np.sum((c - r) * np.log(c / r)))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Choosing a drift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Henka (変化):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Reads as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Numeric (length, latency, score)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KS test or PSI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p-value below 0.01 or PSI above 0.25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Categories (topic, language)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PSI or chi-square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Share of each category changed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Meaning of questions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Embedding centroid distance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Average question moved in meaning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Golden set and feedback trends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Scores or thumbs-down changed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Thresholds are starting points; tune them on your own history.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Provider and model drift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The model name in your config stayed the same. The model behind it did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gen_ai.response.model changes; output tokens, refusals or golden scores shift.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3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91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91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1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91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dated snapshots where offered; log the response model on every span.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Re-evaluate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 the golden set whenever the response model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63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691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91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1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Respond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91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Adjust prompts, roll back the manifest, or follow the deprecation runbook (Day 33).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Responses to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Drift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New topics (data drift)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Add documents, extend the golden set, update routing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Policy changed (concept drift)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Update golden answers first, then documents and prompts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Stale index (knowledge drift)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Automate ingestion and index rebuilds on document change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Provider or model update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Pin versions, run golden set, adjust prompt or roll back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Longer or vaguer outputs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Tighten format instructions, set max tokens, re-evaluate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Optimise and automate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Improve with experiments; let schedules do the routine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 optimisation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"Re-ranking will fix 5G misses"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Change one thing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Golden set: quality, cost, latency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Keep, revert or refine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Canary, then full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Levers you can pull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Most quality problems in RAG systems are retrieval or data problems, not model problems.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Chunking, k, hybrid search, re-ranking, query rewriting.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63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91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91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1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91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Clearer rules, examples, output format, length limits.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Larger for hard cases, smaller for easy ones (routing).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63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691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91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1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91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Missing documents, outdated content, better metadata.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Scheduled evals: a weekly automation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 on failure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Ingest changed documents, rebuild index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 change or nightly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Alert data owner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Golden set evaluation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Nightly and on every change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Block release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Response model check (provider drift)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Run evals before accepting the new snapshot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Drift report (PSI, KS, embeddings)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Open a review ticket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 per trace report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Weekly to stakeholders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Discuss in review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Run them as a CI schedule (Azure DevOps or GitHub Actions) or as Codex automations. A person reviews every breach.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scheduled eval in CI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Runs every Monday at 03:00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Offline-safe; key from a secret variable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Non-zero exit opens a review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Report saved as an artifact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75" b="0" i="0">
                <a:solidFill>
                  <a:srgbClr val="EAF7F5"/>
                </a:solidFill>
                <a:latin typeface="Courier New"/>
              </a:rPr>
              <a:t># azure-pipelines-weekly.yml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schedules: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- cron: "0 3 * * 1"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displayName: Weekly drift and eval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branches: { include: [main] }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always: true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steps: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- script: pip install -r requirements.txt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- script: python weekly_job.py ref.csv cur.csv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env: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OPENAI_API_KEY: $(OPENAI_API_KEY)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- publish: report.md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30: observability and capstone hand-off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Instrument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OpenTelemetry GenAI spans with token and cost per trace.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Dashboard, alert rules and a weekly drift and eval job.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Hand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README, AGENTS.md, decision log and runbooks ready for the capstone team.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Day35_App_Build_Prompts.md. Review every line Codex writes.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Logs, metrics, traces, plus quality and safety signals.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OpenTelemetry GenAI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Standard spans; token and cost per trace.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Data, concept, knowledge, provider and model drift; PSI, KS, embeddings.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Experiments one change at a time; scheduled evals with human review.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the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35  |  Observability, Drift and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the 5-day capstone. Teams are formed in the first session.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Day35_Hotel_Lab.md: logs, token per trace, drift alert.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35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Capstone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 all six capstone briefs and rank your top two.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the capstone project (Days 36 to 40).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