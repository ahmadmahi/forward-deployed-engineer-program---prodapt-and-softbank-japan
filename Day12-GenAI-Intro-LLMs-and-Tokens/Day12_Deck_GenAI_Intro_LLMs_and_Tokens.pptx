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How LLMs generate text, the 2026 model landscape, tokens and cost, and your first LLM API call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Wed 11 Nov 2026  |  GenAI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How LLMs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Transformers, attention, next-token 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 landscape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Reasoning, open-weight, LLM vs SLM.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Tokens 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Context window, token types, cost. NEW (v4)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First API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Python and FastAPI, with a token 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Ticket summariser with token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Explain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Describe tokens, next-token prediction and attention in plain 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Choose a model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Tell reasoning, light and open-weight models apart, and when an SLM fits.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Count and price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Estimate input, output, reasoning and cached tokens and their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Call an LLM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Call the OpenAI API from Python and FastAPI, with keys out of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What generative AI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Very good next-word prediction, at enormous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an LLM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Tokenise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Text split into tokens (word pieces)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Each token becomes a vector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Layers of attention mix in context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Probabilities for the next token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Repeat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Append and predict again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model generates one token at a time. Everything else is built on this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Words you will hear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 piece of text, roughly 3 to 4 characters of English on average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Context window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How many tokens the model can see at once (prompt plus output)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The learned numbers inside the model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Randomness: low is focused, high is creative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Hallucination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Fluent but false output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Running the trained model to get an answer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big ideas inside a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Chuui (注意):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Tokens become vectors; similar meanings sit close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Self-attention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token looks at every other token and decides what matters.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Stacked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Many attention layers build richer understanding step by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Attention in one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Q: what each token is looking for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K: what each token offers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V: the information passed along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softmax turns scores into weights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14" b="0" i="0">
                <a:solidFill>
                  <a:srgbClr val="EAF7F5"/>
                </a:solidFill>
                <a:latin typeface="Courier New"/>
              </a:rPr>
              <a:t>import numpy as np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def attention(Q, K, V):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d = Q.shape[-1]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scores = Q @ K.T / np.sqrt(d)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w = np.exp(scores)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w = w / w.sum(axis=1, keepdims=True)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    return w @ V, w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# "The bank of the river": attention helps</a:t>
            </a:r>
          </a:p>
          <a:p>
            <a:r>
              <a:rPr sz="1214" b="0" i="0">
                <a:solidFill>
                  <a:srgbClr val="EAF7F5"/>
                </a:solidFill>
                <a:latin typeface="Courier New"/>
              </a:rPr>
              <a:t># "bank" look at "river", not "money".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Three families of transformer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at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Encoder-only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Understanding: classify, embed, search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BERT-style models, embedding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Decoder-only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Generating text and code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 models, Llama, Qwen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Encoder-decoder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Transforming input to output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T5-style translation models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706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Most chat models today are decoder-only. Many use mixture of experts (MoE) inside.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Beyond text: multimodal and computer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Multimodal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Models read images, audio and documents as well as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Multimodal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Some models produce images or speech, not only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85750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Computer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model sees a screen and clicks or types through a sandboxed browser.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674620"/>
            <a:ext cx="4000500" cy="139446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285750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28575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285750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it means for FDEs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332987"/>
            <a:ext cx="36347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More tasks become possible, and more things can go wrong. Keep a human check.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Computer-use agents return on Day 27 (hosted agents).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2026 model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Reasoning, open-weight and small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Standard vs reasoning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Standard (fast)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Answer straight away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Low latency, lower cost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Great for summaries, extraction, classification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Reasoning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Think internally before answering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Reasoning tokens are billed as output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Better on multi-step logic, code, planning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Slower and more expensive per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Reasoning effort (low, medium, high) trades quality for tokens and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OpenAI models used in this program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Light, cost-efficient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GPT-6 Luna (if approved)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Routine edits, simple classification, high volume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GPT-6.1 Sol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Most feature work and app calls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Top tier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GPT-6 Astra (trainer approval)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Hard problems where the default fails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Retired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GPT-5.5 and older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Do not use; migrate to the current default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Names checked 21 Oct 2026. Confirm against the approved model list. See docs/MODEL_GUIDE.md.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Open-weight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What they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Model weights you can download and run on your own hardware.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For example Phi, Gemma, Llama, Qwen and Mistral small models.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Why teams use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Data stays on-prem, fixed cost, can be fine-tuned.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Trade-offs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You run, patch, scale and evaluate them yourself. Check each licence.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LLM vs SLM: a preview of Day 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Large language model (LLM)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Broad knowledge and reasoning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Usually called through an API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Higher cost and latency per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283464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Small language model (SLM)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Narrow tasks done well (classify, extract)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Can run on a laptop, phone or on-prem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Cheap, fast, private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Weaker on open-ended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Common pattern: SLM first, escalate to an LLM when needed. Day 25 goes deep.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Tokens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The unit you are billed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Tokenisation in practice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Common words are one token; rare words split into pieces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Numbers, code and non-English text often use more tokens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Japanese text can use more tokens per character than English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Count with tiktoken; estimate about 4 characters per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85" b="0" i="0">
                <a:solidFill>
                  <a:srgbClr val="EAF7F5"/>
                </a:solidFill>
                <a:latin typeface="Courier New"/>
              </a:rPr>
              <a:t>import tiktoken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enc = tiktoken.get_encoding("o200k_base")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ids = enc.encode("Tokenisation is fascinating")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print(len(ids))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print([enc.decode([i]) for i in ids])</a:t>
            </a:r>
          </a:p>
          <a:p>
            <a:r>
              <a:rPr sz="1085" b="0" i="0">
                <a:solidFill>
                  <a:srgbClr val="EAF7F5"/>
                </a:solidFill>
                <a:latin typeface="Courier New"/>
              </a:rPr>
              <a:t># ['Token', 'isation', ' is', ' fascinating']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Four kinds of tokens on your bill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System prompt, user message, retrieved context, tool definitions.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Output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visible answer. Usually priced several times higher than input.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Reasoning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Hidden thinking by reasoning models. Billed as output.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Cached input 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Repeated prompt prefixes served from cache at a discount.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context window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Rules and role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Docs, history, tools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Today's request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Reasoning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Hidden thinking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The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Everything must fit in the window. More context costs more and can make answers worse.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Cost per request: the formula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8" b="0" i="0">
                <a:solidFill>
                  <a:srgbClr val="EAF7F5"/>
                </a:solidFill>
                <a:latin typeface="Courier New"/>
              </a:rPr>
              <a:t># PLACEHOLDER prices per 1M tokens. Not real prices. Use the approved price sheet.</a:t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>PRICE = {"input": 1.00, "cached_input": 0.10, "output": 4.00}</a:t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>def cost(input_t, output_t, cached_t=0, reasoning_t=0):</a:t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>    fresh = input_t - cached_t</a:t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>    return (fresh * PRICE["input"] + cached_t * PRICE["cached_input"]</a:t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>            + (output_t + reasoning_t) * PRICE["output"]) / 1_000_000</a:t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58" b="0" i="0">
                <a:solidFill>
                  <a:srgbClr val="EAF7F5"/>
                </a:solidFill>
                <a:latin typeface="Courier New"/>
              </a:rPr>
              <a:t>print(round(cost(1200, 300) * 1000, 4), "per 1,000 requests")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Cost per feature = cost per request x requests per day. Always state that prices are placeholders.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Your first LLM API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From Python, then behind FastAPI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Calling the OpenAI API from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Key from Colab Secrets or a .env file, never in code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Model from the LLM_MODEL variable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response includes token usage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Offline demo mode works without a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79" b="0" i="0">
                <a:solidFill>
                  <a:srgbClr val="EAF7F5"/>
                </a:solidFill>
                <a:latin typeface="Courier New"/>
              </a:rPr>
              <a:t>import os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from openai import OpenAI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client = OpenAI()   # reads OPENAI_API_KEY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model = os.getenv("LLM_MODEL", "gpt-6.1-sol")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r = client.chat.completions.create(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model=model,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messages=[{"role": "user",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               "content": "Summarise: my bill doubled."}])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print(r.choices[0].message.content)</a:t>
            </a:r>
          </a:p>
          <a:p>
            <a:r>
              <a:rPr sz="879" b="0" i="0">
                <a:solidFill>
                  <a:srgbClr val="EAF7F5"/>
                </a:solidFill>
                <a:latin typeface="Courier New"/>
              </a:rPr>
              <a:t>print(r.usage.prompt_tokens, r.usage.completion_tokens)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Behind a FastAPI endpoint, with a token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The front end never sees the key (Day 11 rule)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Validate input with Pydantic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Log tokens and cost for every call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Return a clear error on timeouts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9" b="0" i="0">
                <a:solidFill>
                  <a:srgbClr val="EAF7F5"/>
                </a:solidFill>
                <a:latin typeface="Courier New"/>
              </a:rPr>
              <a:t>@app.post("/summarise")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def summarise(t: Ticket):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text = llm(f"Summarise in one line: {t.body}")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u = usage()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log.append({"ticket": t.id, **u,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            "cost": cost(u["input_tokens"],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                         u["output_tokens"])})</a:t>
            </a:r>
          </a:p>
          <a:p>
            <a:r>
              <a:rPr sz="1019" b="0" i="0">
                <a:solidFill>
                  <a:srgbClr val="EAF7F5"/>
                </a:solidFill>
                <a:latin typeface="Courier New"/>
              </a:rPr>
              <a:t>    return {"summary": text, "usage": u}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11: ticket summariser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Summarise each SmartDesk ticket in one line through the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Token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prompt, input, output tokens and estimated cost to a 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Key in Secrets or .env. Offline mode for anyone without a key.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Day12_App_Build_Prompts.md. Review every line Codex writes.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Predict the next token, one at a time, from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Model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Light, default or top tier; reasoning effort costs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Input, output, reasoning and cached tokens are priced differently.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API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Keys out of code, model from LLM_MODEL, log every call.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12  |  GenAI Intro, LLMs and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Day12_Hotel_Lab.md: post-read, notebook, problems, token log.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12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13 pre-read on prompt engineering. Assessment 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13: prompt engineering, plus GenAI assessment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