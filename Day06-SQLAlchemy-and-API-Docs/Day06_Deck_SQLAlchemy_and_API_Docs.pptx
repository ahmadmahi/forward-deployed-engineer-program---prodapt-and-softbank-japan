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ORM concepts, models and column types, one-to-many relationships, transactions, and Swagger / OpenAPI docs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02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ORM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Engine, session, models, column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One-to-many, foreign keys, joins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Commit, rollback, error handling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API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Swagger UI and the OpenAPI contract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SQLite persistence and Swagger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Map objects to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Define SQLAlchemy models with types and constraints.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Link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one-to-many relationships and query across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Stay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commit and rollback to keep data correct.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Document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clear Swagger docs from your OpenAPI schema.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ORM concepts and SQLAlchemy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1.5 Hrs | Engine, session, models, column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Raw SQL and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Raw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Write SQL strings by hand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Map rows to objects yourself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Easy to make typos and injection bugs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ORM (SQLAlchemy)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Python classes map to tables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Objects map to rows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Queries written in Python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Switch SQLite to PostgreSQL with one 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translator between two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Python side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Database side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class Book -&gt; books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title -&gt; title VARCHAR(200)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Book(title="Ikigai")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s.add(...); s.commit()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SQLAlchemy in 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Engine: connection to the database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Base: parent of all models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Model: class = table, attribute = column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Session: a unit of work, then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46" b="0" i="0">
                <a:solidFill>
                  <a:srgbClr val="EAF7F5"/>
                </a:solidFill>
                <a:latin typeface="Courier New"/>
              </a:rPr>
              <a:t>from sqlalchemy import create_engine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from sqlalchemy.orm import (DeclarativeBase,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Mapped, mapped_column, Session)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engine = create_engine("sqlite:///library.db")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class Base(DeclarativeBase): pass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class BookRow(Base):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__tablename__ = "books"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id: Mapped[int] = mapped_column(primary_key=True)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title: Mapped[str]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Base.metadata.create_all(engine)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with Session(engine) as s: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s.add(BookRow(title="Ikigai")); s.commit()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Column types and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primary_key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Unique id for each row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id: Mapped[int]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String(n), Integer, DateTime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Column type and size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mapped_column(String(200))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two rows share the value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email unique=True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nullable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Whether the value may be empty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Mapped[str | None]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Value used when none is given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default=0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ForeignKey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Points to a row in another table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ForeignKey("authors.id")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Constraints are a safety net: even buggy code cannot save invalid 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Querying in SQLAlchemy 2.0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select() builds a query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where() filters, order_by() sorts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s.scalars() returns model objects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s.get() fetches one row by primary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50" b="0" i="0">
                <a:solidFill>
                  <a:srgbClr val="EAF7F5"/>
                </a:solidFill>
                <a:latin typeface="Courier New"/>
              </a:rPr>
              <a:t>from sqlalchemy import select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with Session(engine) as s: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stmt = (select(BookRow)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      .where(BookRow.pages &gt; 200)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      .order_by(BookRow.title))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for b in s.scalars(stmt):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    print(b.title)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book = s.get(BookRow, 1)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book.pages = 210          # update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s.delete(s.get(BookRow, 4))</a:t>
            </a:r>
          </a:p>
          <a:p>
            <a:r>
              <a:rPr sz="1150" b="0" i="0">
                <a:solidFill>
                  <a:srgbClr val="EAF7F5"/>
                </a:solidFill>
                <a:latin typeface="Courier New"/>
              </a:rPr>
              <a:t>    s.commit()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Relationships and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One-to-many and foreign keys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relationship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Ask: how many of B can one A have, and how many of A can one B have?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One-to-one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user has one profile.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One-to-many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 author writes many books; a book has one author.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Many-to-many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book has many tags; a tag is on many books. Needs a link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One-to-many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Tsunagari (繋がり): Connection. Data linked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ForeignKey lives on the many side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relationship() gives Python navigation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back_populates links both directions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author.books and book.author just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46" b="0" i="0">
                <a:solidFill>
                  <a:srgbClr val="EAF7F5"/>
                </a:solidFill>
                <a:latin typeface="Courier New"/>
              </a:rPr>
              <a:t>class Author(Base):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__tablename__ = "authors"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id: Mapped[int] = mapped_column(primary_key=True)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name: Mapped[str] = mapped_column(unique=True)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books: Mapped[list["Book"]] = relationship(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    back_populates="author")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class Book(Base):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__tablename__ = "books"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id: Mapped[int] = mapped_column(primary_key=True)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title: Mapped[str]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author_id: Mapped[int] = mapped_column(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    ForeignKey("authors.id"))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author: Mapped[Author] = relationship(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    back_populates="books")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Using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Create objects and link them in Python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commit saves the whole graph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Navigate with dot notation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manual joins for simple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with Session(engine) as s: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ito = Author(name="Ito")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ito.books = [Book(title="Tokyo Nights"),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         Book(title="Rain in Kyoto")]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s.add(ito)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s.commit()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print([b.title for b in ito.books])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print(ito.books[0].author.name)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Joins and the N+1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join() filters across tables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Touching book.author in a loop can fire one query per row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selectinload() loads related rows up front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the SQL with echo=True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from sqlalchemy.orm import selectinload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 books by one author: a join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stmt = (select(Book).join(Book.author)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.where(Author.name == "Rao"))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 authors with books, in 2 queries, not N+1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stmt = select(Author).options(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selectinload(Author.books))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1.5 Hrs | Commit, rollback, error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money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Begin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Start a transaction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Take 500 from account A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Add 500 to account B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Commit or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Both happen, or neither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If the credit fails after the debit, rollback puts the money 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ACID in plain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All steps happen or none 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Consistent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Rules and constraints always hold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Isolated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Parallel transactions do not mix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Durable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Once committed, it survives crashes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Commit and rollback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try the whole unit of work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commit only at the end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rollback on any error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IntegrityError means a constraint said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from sqlalchemy.exc import IntegrityError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with Session(engine) as s: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try: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a = s.get(Account, 1)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b = s.get(Account, 2)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if a.balance &lt; 500: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raise ValueError("Low balance")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a.balance -= 500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b.balance += 500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s.commit()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except (ValueError, IntegrityError):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s.rollback()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raise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Swagger UI and OpenAPI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| 1 Hr | Documentation that writes itself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OpenAPI and Swagger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OpenAPI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standard JSON description of your API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Lists paths, parameters, models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FastAPI serves it at /openapi.json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Tools generate clients from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Swagger UI and ReDoc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Swagger UI at /docs: try requests live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ReDoc at /redoc: clean reading view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Both read the same OpenAPI file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Always in sync with your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Making docs genuinely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Title, version and description on the app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summary and docstring per endpoint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tags group related routes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Document error responses and Field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20" b="0" i="0">
                <a:solidFill>
                  <a:srgbClr val="EAF7F5"/>
                </a:solidFill>
                <a:latin typeface="Courier New"/>
              </a:rPr>
              <a:t>app = FastAPI(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title="Library API",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version="1.2.0",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description="Books, authors and loans.")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@app.get("/books/{bid}", tags=["Books"],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summary="Get one book",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response_model=BookOut,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responses={404: {"description":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       "Book not found"}})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def get_book(bid: int):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"""Returns a book with its author."""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Codex can help with docs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Ask for summaries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"Add a summary and 404 response to every route in routers/books.py."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Ask for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"Add Field examples to the Book models."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the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Docs must match what the code really does.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Read /docs 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it as a new teammate who has never seen the code.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5: SQLite and Swagger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Tickets survive a restart: store them in SQLite with 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 has many Tickets; Ticket has many Comments.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Closing a ticket and adding the closing comment commit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Tags, summaries and error responses in /docs. Build with Codex, review every 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Extend the Library API with authors and books, a safe transaction for bulk imports, and documentation a new teammate could use without asking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Open /docs and read it as if you had never seen the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Classes are tables, objects are rows, sessions commit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ForeignKey on the many side + relationship() with back_populates.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 together or roll back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OpenAPI is generated; you add summaries, tags, errors and examples.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6  |  SQLAlchemy, Relationships and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Day06_Hotel_Lab.md: post-read, notebook,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6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7 pre-read on security and access.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7: FastAPI advanced, security and MongoDB.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