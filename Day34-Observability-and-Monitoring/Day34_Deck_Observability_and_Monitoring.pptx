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34  |  Observability and Monitoring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and Monitoring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quality and latency monitoring, drift detection and feedback loops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33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metrics and traces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machines can search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latency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and alerts that matter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signals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change early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user signals into improvements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an app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structured logs and trace spans with request ids.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dashboard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latency, errors, cost and quality over time.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wisely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alert rules that catch real problems, not noise.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user feedback into review and the golden set.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able to ask any question about your running system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pillars, plus one for LLMs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Answers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happened in this request?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7f3a: retrieved c7, answered in 1.9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is the system doing overall?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latency 2.4 s, error rate 0.8%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did the time go?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120 ms, model 1,650 ms, guardrails 30 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signals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answers still good?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Thumbs-down rate, faithfulness on samples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tells you something is wrong. Observability helps you find out why.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JSON logs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object per line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include a request id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versions, tokens, latency, outcome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log secrets; mask personal data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272284"/>
          </a:xfrm>
          <a:prstGeom prst="roundRect">
            <a:avLst>
              <a:gd name="adj" fmla="val 3219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json, logging, uuid, 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log(event, **fields):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 = {"ts": time.time(), "event": event}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logging.info(json.dumps({**rec, **fields}))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 = str(uuid.uuid4())[:8]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log("answer", request_id=rid, release="1.8.0",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model="main", tokens_in=812, tokens_out=164,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latency_ms=1930, retrieved=["c7", "c2"],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guardrail="pass")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Traces and spans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trace follows one request end to end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time each step inside it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spans show the call tree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is the open standard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441448"/>
          </a:xfrm>
          <a:prstGeom prst="roundRect">
            <a:avLst>
              <a:gd name="adj" fmla="val 299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contextlib import contextmanager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@contextmanager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span(name, trace):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time.perf_counter()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yield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trace.append((name,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round((time.perf_counter() - t) * 1000)))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=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span("retrieve", trace): docs = search(q)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span("generate", trace): a = llm(prompt)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Ashiato (足跡): Footprints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quality and latency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what users actually feel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app dashboard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per minute, by feature.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and p95, time to first token.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by type: 429, timeout, validation, guardrail.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 and per feature, against budget.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Thumbs-down rate, "I don't know" rate, sampled faithfulness.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blocks, PII redactions, injection flags.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that help, not annoy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Alert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Rule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Why this rule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spike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rate above 5% for 5 minutes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paging on a single blip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responses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above 4 s for 15 minutes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feel the tail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drop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Thumbs-down rate doubles vs last week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change catches regressions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runaway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of daily budget before 18:00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act before the limit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needs an owner and a runbook link. An alert nobody acts on is noise.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world changes under your system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Kinds of drift (more tomorrow)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Drift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drift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start asking about a new product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mix changes; more retrieval misses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drift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updated, index not rebuilt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contradict new documents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drift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updates the 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set scores change suddenly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 drift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slowly get longer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tokens per request creep 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loops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tell you what to fix, if you listen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feedback to improvement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Thumbs, comments, escalations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queue, label the failure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Prompt, retrieval, data or guardrail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test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becomes a golden item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passes, then release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fixed failure becomes a test, so it can never silently return.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Implicit and explicit feedback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up or down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comments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but sparse (few users click)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rephrases the same question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the answer (useful)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to a human (not useful)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Plentiful but noisy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 the policy assistant with JSON logs and spans, generate a month of traffic, build a monitoring dashboard, write alert rules, detect a planted quality drop, and route thumbs-down answers into a review queue and the golden set.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dashboard and ask: what would I want to know at 3 am?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metrics, traces, plus quality and safety signals.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with request id and version bundle.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relative, owned and linked to runbooks.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Collect, triage, fix, add a golden test, verify.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34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34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35 pre-read on drift and optimisation.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35: drift detection and optimisation.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34: Observability and Monitoring</dc:title>
  <dc:subject>PptxGenJS Presentation</dc:subject>
  <dc:creator>Ahmed</dc:creator>
  <cp:lastModifiedBy>Ahmed</cp:lastModifiedBy>
  <cp:revision>1</cp:revision>
  <dcterms:created xsi:type="dcterms:W3CDTF">2026-10-04T03:44:24Z</dcterms:created>
  <dcterms:modified xsi:type="dcterms:W3CDTF">2026-10-04T03:44:24Z</dcterms:modified>
</cp:coreProperties>
</file>