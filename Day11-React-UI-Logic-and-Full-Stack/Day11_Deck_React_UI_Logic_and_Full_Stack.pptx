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Conditional rendering, lists and keys, loading data safely, keeping keys off the front end, and React with FastAPI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10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Conditional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Show the right thing at the right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Lists and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Render arrays of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Fetch states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Loading, error, empty and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Keys stay server-side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Never ship API keys to the browser.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React + FastAPI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SmartDesk full stack, end to 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Branch the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&amp;&amp;, ternaries and early returns to show the right 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Render lists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Map arrays to components with stable keys.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Fetch data safely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Handle loading, error and empty states, and keep secrets on the server.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 full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Create, update and close SmartDesk tickets from React through FastAPI.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Kahoot / recap quiz on Day 10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Conditional rendering, lists and keys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Fetch with loading, error and empty states; NEW (v4) never ship API keys in front-end code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Full stack: React app consuming FastAPI with CRUD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Conditional rendering and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1.5 hrs | Different data, different screen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ways to show things conditionally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&amp;&amp;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Show something or nothing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{isAdmin &amp;&amp; &lt;AdminPanel /&gt;}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? :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Choose between two things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{loggedIn ? &lt;Logout /&gt; : &lt;Login /&gt;}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Early return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Whole component changes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if (loading) return &lt;Spinner /&gt;;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Careful: {count &amp;&amp; &lt;p&gt;...&lt;/p&gt;} shows 0 when count is 0. Use {count &gt; 0 &amp;&amp; ...}.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Early returns for clear 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Handle special cases first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main view stays simple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Every state has a clear screen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Users always know what is happening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35" b="0" i="0">
                <a:solidFill>
                  <a:srgbClr val="EAF7F5"/>
                </a:solidFill>
                <a:latin typeface="Courier New"/>
              </a:rPr>
              <a:t>function Tickets({ loading, error, tickets }) {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if (loading) return &lt;p&gt;Loading tickets...&lt;/p&gt;;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if (error) return &lt;p&gt;Error: {error}&lt;/p&gt;;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if (tickets.length === 0)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return &lt;p&gt;No tickets yet.&lt;/p&gt;;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return &lt;p&gt;{tickets.length} tickets&lt;/p&gt;;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Rendering a list with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map turns each item into JSX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Every item needs a unique key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Use an id from your data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Avoid the array index if items move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15" b="0" i="0">
                <a:solidFill>
                  <a:srgbClr val="EAF7F5"/>
                </a:solidFill>
                <a:latin typeface="Courier New"/>
              </a:rPr>
              <a:t>const tickets = [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{ id: 1, title: "No signal", done: true },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{ id: 2, title: "Double charge", done: false },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];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&lt;ul&gt;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{tickets.map(t =&gt; (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&lt;li key={t.id}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  className={t.done ? "done" : ""}&gt;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{t.title}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&lt;/li&gt;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))}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&lt;/ul&gt;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keys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Hitotsu hitotsu (一つ一つ): One by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Keys tell React which item is which between renders.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Efficiency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React updates only the items that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Correctness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Without stable keys, inputs and checkboxes can jump between rows.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Filter, sort and derive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Keep the original list in state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Derive the visible list when rendering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extra state for computed values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Search boxes work this 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63" b="0" i="0">
                <a:solidFill>
                  <a:srgbClr val="EAF7F5"/>
                </a:solidFill>
                <a:latin typeface="Courier New"/>
              </a:rPr>
              <a:t>const [query, setQuery] = useState("");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const [hideClosed, setHide] = useState(false);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const visible = tickets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.filter(t =&gt; !hideClosed || t.status !== "closed")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.filter(t =&gt; t.title.toLowerCase()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.includes(query.toLowerCase()))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.sort((a, b) =&gt;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a.title.localeCompare(b.title));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Loading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 hrs | useEffect, fetch and the four states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Life of a data-loading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First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Show loading state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useEffect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After the screen is drawn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fetch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Request JSON from the API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setState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Save data or error, React re-renders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useEffect + fetch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empty [] means: run once on mount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Track loading and error in state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res.ok before reading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Always show something for each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const [tickets, setTickets] = useState([]);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const [loading, setLoading] = useState(true);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const [error, setError] = useState(null);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useEffect(() =&gt; {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fetch(API + "/api/tickets")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.then(res =&gt; {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if (!res.ok) throw new Error(res.status);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return res.json();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})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.then(setTickets)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.catch(err =&gt; setError(err.message))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.finally(() =&gt; setLoading(false));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}, []);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Design all four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the user sees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SmartDesk 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Loading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short message or spinner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Loading tickets...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clear message and a Retry button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Could not load tickets [Retry]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Empty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friendly message with a next step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open tickets. Create one?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actual content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12 tickets, newest first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Great apps design all four states, not just the happy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Never ship API keys in front-end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Everything in the browser is public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front-end keys always leak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bundle is public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user downloads your JavaScript. Anyone can open it in DevTools.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Build variables are inlined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Vite replaces VITE_ variables with their values at build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Network tab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Headers sent from the browser, including Authorization, are visible.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Real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leaked LLM key can be used by anyone, on your bill, until it is revoked.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Unsafe and safe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Unsafe: key in the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VITE_OPENAI_KEY in 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fetch to the LLM API from React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Key visible in dist/assets/*.js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Anyone can copy and reuse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Safe: key on your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Key in the server's environment or a secret store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React calls your own API: /api/...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FastAPI calls the LLM and returns only the answer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Add auth and rate limits on your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browser should only ever hold short-lived user tokens, never provider keys.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safe request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Calls your API: /api/.../suggest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FastAPI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Checks the user, validates input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Server secret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Reads OPENAI_API_KEY from env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LLM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Called from the server only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Only the answer goes 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You will use exactly this path from Day 12, when SmartDesk makes its first LLM call.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Check your build for secrets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Build, then search the dist folder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Look for key patterns and env names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it in CI (Day 20)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Found one? Revoke it first, then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94" b="0" i="0">
                <a:solidFill>
                  <a:srgbClr val="EAF7F5"/>
                </a:solidFill>
                <a:latin typeface="Courier New"/>
              </a:rPr>
              <a:t>$ npm run build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$ grep -rE "sk-|VITE_.*KEY|Bearer " dist/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Nothing should be found.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If a real key was ever shipped: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1. Revoke it now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2. Move the call to the server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3. Create a new key, store it safely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React + FastAPI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3 hrs | Two halves of one app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full stack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React (5173)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Agent clicks Close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fetch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JSON to the API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FastAPI (8000)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Validates with Pydantic, saves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200 +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React updates the 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Two different ports means two different origins, so the browser asks the API for CORS permission.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Sending data with POST and 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fetch, with method and body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Set Content-Type to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Update state with the server's reply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Disable the button while saving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15" b="0" i="0">
                <a:solidFill>
                  <a:srgbClr val="EAF7F5"/>
                </a:solidFill>
                <a:latin typeface="Courier New"/>
              </a:rPr>
              <a:t>async function closeTicket(t) {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const res = await fetch(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`${API}/api/tickets/${t.id}`, {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method: "PATCH",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headers: {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  "Content-Type": "application/json" },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body: JSON.stringify({ status: "closed" }),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});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if (!res.ok) throw new Error("Save failed");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const updated = await res.json();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setTickets(prev =&gt; prev.map(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x =&gt; x.id === t.id ? updated : x));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Enabling CORS in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List the front end's origin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Allow the methods and headers you use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Never use * with credentials in production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setting you saw on Day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20" b="0" i="0">
                <a:solidFill>
                  <a:srgbClr val="EAF7F5"/>
                </a:solidFill>
                <a:latin typeface="Courier New"/>
              </a:rPr>
              <a:t>from fastapi.middleware.cors import (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CORSMiddleware)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app.add_middleware(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CORSMiddleware,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allow_origins=["http://localhost:5173"],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allow_methods=["*"],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allow_headers=["*"],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Two ways to run the full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Separate (real projects)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Vite dev server on port 5173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FastAPI on port 8000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CORS configured on the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Deployed separately later (Week 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Served together (today's notebook)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FastAPI also serves index.html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React calls /api/... on the same origin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CORS needed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Works in Colab with one port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10: full-stack tickets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Create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form posts a new ticket; it appears after the 201 reply.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Change priority with PATCH; the list updates from the reply.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Close button sets status to closed; closed tickets can be hidden.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Day11_App_Build_Prompts.md. Review every line Codex writes.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Connect the SmartDesk React dashboard to the FastAPI ticket API: load, create, update and close tickets, with loading, error and empty states.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Open your browser's DevTools Network tab and watch every request. Check that no key ever appears.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Conditional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&amp;&amp;, ternary, early returns. One clear screen per state.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map to JSX with stable keys from your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Keys stay server-side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Anything in the browser is public. Call your own API.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Full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React calls FastAPI; CORS when origins differ.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11  |  React UI Logic and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Day11_Hotel_Lab.md: notebook, problems, screenshots.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11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12 pre-read: how AI writes. GenAI starts tomorrow.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12: the first GenAI day. Introduction to GenAI, LLMs and tokens.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