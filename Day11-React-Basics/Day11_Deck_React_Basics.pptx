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 |  React Basics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Basics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apps, JSX, components, props, state and events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modern web apps feel instant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HTML-like syntax inside JavaScript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and props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building blocks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events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that react to users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and coding on Weeks 1 and 2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SPAs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 single page app differs from classic websites.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JSX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UI with JSX, expressions and className.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components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screen into components and pass props.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interaction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useState and event handlers to update the screen.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page applications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many screens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website and SPA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multi-page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loads a whole new page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builds the HTML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flashes white between pages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 (SPA)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once, then updates parts of the page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builds the UI with JavaScript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only data (JSON) from APIs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a native app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React SPA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downloads HTML, JS and CSS once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builds the UI from components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clicks; state changes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re-renders only what changed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keeps a virtual copy of the page and patches the real one efficiently.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HTML-like syntax that is really JavaScript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component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a function that returns JSX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start with a capital letter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one parent element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run JavaScript expressions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Welcome()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name = "Aiko";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today = new Date().toDateString();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className="card"&gt;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&lt;h1&gt;Hello, {name}!&lt;/h1&gt;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&lt;p&gt;Today is {today}&lt;/p&gt;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JSX rules that trip people up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0175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HTML habit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JSX version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class="box"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className="box"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is a JS keyword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&lt;img src="a.png"&gt;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&lt;img src="a.png" /&gt;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tag must close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onclick="..."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onClick={handler}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camelCase, pass a function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style="color: red"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style={{ color: "red" }}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is an object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top-level tags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in &lt;&gt;...&lt;/&gt;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parent per return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and props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with inputs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in components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screen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list, list item, footer: each is a component.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ProductCard once, show it 100 times.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contain other components, like boxes in boxes.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Tsumiki (積み木): Building blocks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Props: passing data down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the inputs to a component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like HTML attributes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them with destructuring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read-only inside the child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ProductCard({ name, price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&lt;h3&gt;{name}&lt;/h3&gt;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&lt;p&gt;Rs {price}&lt;/p&gt;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 name="Mug" price={250}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 name="Lamp" price={1200} /&gt;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 and composition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is a special prop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whatever is between the tags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layouts and wrappers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small pieces into screens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847442"/>
          </a:xfrm>
          <a:prstGeom prst="roundRect">
            <a:avLst>
              <a:gd name="adj" fmla="val 256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7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Panel({ title, children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 className="panel"&gt;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&lt;h2&gt;{title}&lt;/h2&gt;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&lt;Panel title="Today"&gt;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&lt;p&gt;Quiz, React basics, assessment&lt;/p&gt;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&lt;/Panel&gt;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and events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screen respond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 and state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from the parent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for the child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function arguments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component itself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with a setter function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triggers a re-render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useState: a counter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returns [value, setter]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setter to change the value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re-renders with the new value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 state directly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&lt;p&gt;Clicked {count} times&lt;/p&gt;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onClick={() =&gt; setCount(count + 1)}&gt;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Click 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inputs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input's value comes from state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updates the state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the single source of truth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validate as the user types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NameForm()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[name, setName] = useState("");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value={name}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onChange={e =&gt; setName(e.target.value)}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&lt;p&gt;{name ? `Hi, ${name}` : "Type"}&lt;/p&gt;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events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Fires when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onClick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element is clicked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Buttons, cards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input value changes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Forms, search boxes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onSubmit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 is submitted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create 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onKeyDown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key is pressed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Shortcuts, Enter to add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onSubmit, call e.preventDefault() so the page does not reload.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real React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create vite@latest my-app -- --template react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my-app, npm install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src/App.jsx, saves reload instantly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Colab we render React directly in the notebook output, no setup needed.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Assessment: MCQ and coding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Covers Weeks 1 and 2: Python, OOP, MongoDB, FastAPI, SQLAlchemy, security and JavaScript basics.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carefully. For coding tasks, get a working version first, then improve it.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kudasai (頑張ってください): Please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once, update parts of the page with data from APIs.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className, closed tags, {expressions}, one parent.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down from parent to child, read-only.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+ setter; changes re-render the component.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11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11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12 pre-read on lists and loading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12: React UI logic and API integration.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11: React Basics</dc:title>
  <dc:subject>PptxGenJS Presentation</dc:subject>
  <dc:creator>Ahmed</dc:creator>
  <cp:lastModifiedBy>Ahmed</cp:lastModifiedBy>
  <cp:revision>1</cp:revision>
  <dcterms:created xsi:type="dcterms:W3CDTF">2026-10-03T06:55:26Z</dcterms:created>
  <dcterms:modified xsi:type="dcterms:W3CDTF">2026-10-03T06:55:26Z</dcterms:modified>
</cp:coreProperties>
</file>