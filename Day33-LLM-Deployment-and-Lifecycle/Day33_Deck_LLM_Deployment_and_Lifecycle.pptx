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33  |  LLM Deployment and Lifecycle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Deployment and Lifecycle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architectures, environments, secrets, scalability and inference pipelines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32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API, self-hosted, gateway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and secrets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test, prod done safely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between request and answer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Concurrency, streaming, queues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Canary, blue-green, feature flags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architecture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hosted APIs, self-hosted models and AI gateways.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safely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environments and keep secrets out of code.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pipeline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pre-processing, retrieval, model, guardrails and post-processing.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release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concurrency, stream responses and roll out gradually.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architectures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runs and who manages it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common patterns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Strengths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Watch out for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model API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start, best models, no GPUs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policies, rate limits, per-token cost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Cloud-hosted in your tenant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controls, regional hosting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Quotas, regional model availability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open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control, data stays inside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cost, operations, upgrades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OpenAI, for example, runs models inside the customer's Azure tenant with enterprise controls.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gateway pattern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point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apps call the gateway, not providers directly.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controls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rate limits, budgets and guardrails in one place.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freedom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or mix models without changing apps.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logged with cost and latency.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Iriguchi (入口): Entrance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Environments and secrets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different settings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environments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Environment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Data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/ 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and try things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or sample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/ staging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golden sets, integration tests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Realistic, anonymised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users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data, strict access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same image and release manifest through each stage; only configuration changes.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from the environment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setting has a clear source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have defaults in prod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 at startup if missing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references on Azure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086204"/>
          </a:xfrm>
          <a:prstGeom prst="roundRect">
            <a:avLst>
              <a:gd name="adj" fmla="val 350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811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= os.getenv("APP_ENV", "dev")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os.getenv("LLM_MODEL", "small-model")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 = os.getenv("LLM_API_KEY")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ENV == "prod" and not API_KEY: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RuntimeError(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"LLM_API_KEY missing in prod")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pipelines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more than one model call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 inference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size limits, input guardrails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context, user profile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 with timeout and retry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guardrails, schema validation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Stream, log, record cost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every stage. When latency rises, you will know exactly where.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at once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techniques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I/O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waiting on the model, serve other requests.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limits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semaphore stops you exceeding provider rate limits.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tokens as they arrive; users feel it is faster.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jobs go to a queue and workers; reply when done.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replicas when traffic rises (Day 19).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pay twice for the same answer (Day 32).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with a concurrency limit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def lets one process serve many users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semaphore caps calls in flight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runs requests together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you from 429 storms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933956"/>
          </a:xfrm>
          <a:prstGeom prst="roundRect">
            <a:avLst>
              <a:gd name="adj" fmla="val 3783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asyncio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= asyncio.Semaphore(10)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answer(q):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with limit:          # max 10 at once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await call_model(q)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await asyncio.gather(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*[answer(q) for q in questions])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responses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chunks as the model produces them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StreamingResponse sends them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token matters most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read the stream as it arrives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103120"/>
          </a:xfrm>
          <a:prstGeom prst="roundRect">
            <a:avLst>
              <a:gd name="adj" fmla="val 347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fastapi.responses import StreamingResponse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tokens(prompt):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for chunk in model_stream(prompt):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chunk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@app.post("/chat/stream")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chat(req: ChatIn):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StreamingResponse(tokens(req.text),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media_type="text/plain")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Nagareru (流れる): To flow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strategies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without big-bang risk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out a new release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How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5 to 10% of users to the new release, watch metrics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changes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Blue-green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full environments; switch traffic at once, switch back if bad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rollback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release answers silently; compare with live answers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Risky model swaps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flags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features on per user group without redeploying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 exposure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production-style LLM service: environment settings with fail-fast secrets, a timed inference pipeline, a concurrency limit, a streaming endpoint and canary routing. Then load test it and read the numbers.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setting at a time and watch what moves.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Hosted, in-tenant or self-hosted; a gateway for control.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artefact across environments; secrets from the environment.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enrich, generate, check, respond. Time each stage.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release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limits, streaming, queues; canary and flags.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33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33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34 pre-read on watching AI in production.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34: observability and monitoring.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33: LLM Deployment and Lifecycle</dc:title>
  <dc:subject>PptxGenJS Presentation</dc:subject>
  <dc:creator>Ahmed</dc:creator>
  <cp:lastModifiedBy>Ahmed</cp:lastModifiedBy>
  <cp:revision>1</cp:revision>
  <dcterms:created xsi:type="dcterms:W3CDTF">2026-10-04T03:44:23Z</dcterms:created>
  <dcterms:modified xsi:type="dcterms:W3CDTF">2026-10-04T03:44:23Z</dcterms:modified>
</cp:coreProperties>
</file>